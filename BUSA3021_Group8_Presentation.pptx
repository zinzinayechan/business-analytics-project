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0"/>
  </p:notesMasterIdLst>
  <p:sldIdLst>
    <p:sldId id="257" r:id="rId5"/>
    <p:sldId id="486" r:id="rId6"/>
    <p:sldId id="489" r:id="rId7"/>
    <p:sldId id="473" r:id="rId8"/>
    <p:sldId id="490" r:id="rId9"/>
    <p:sldId id="475" r:id="rId10"/>
    <p:sldId id="476" r:id="rId11"/>
    <p:sldId id="491" r:id="rId12"/>
    <p:sldId id="487" r:id="rId13"/>
    <p:sldId id="492" r:id="rId14"/>
    <p:sldId id="477" r:id="rId15"/>
    <p:sldId id="478" r:id="rId16"/>
    <p:sldId id="493" r:id="rId17"/>
    <p:sldId id="479" r:id="rId18"/>
    <p:sldId id="494" r:id="rId19"/>
    <p:sldId id="480" r:id="rId20"/>
    <p:sldId id="495" r:id="rId21"/>
    <p:sldId id="484" r:id="rId22"/>
    <p:sldId id="481" r:id="rId23"/>
    <p:sldId id="496" r:id="rId24"/>
    <p:sldId id="482" r:id="rId25"/>
    <p:sldId id="497" r:id="rId26"/>
    <p:sldId id="488" r:id="rId27"/>
    <p:sldId id="485" r:id="rId28"/>
    <p:sldId id="474" r:id="rId29"/>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13" userDrawn="1">
          <p15:clr>
            <a:srgbClr val="A4A3A4"/>
          </p15:clr>
        </p15:guide>
        <p15:guide id="2" pos="560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indows User" initials="WU"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192E"/>
    <a:srgbClr val="E6E4DC"/>
    <a:srgbClr val="D6D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E42CA2-2E63-884F-BC2D-619CF0874CFF}" v="177" dt="2025-06-02T05:34:51.562"/>
    <p1510:client id="{196C28FC-690D-5D63-1544-BDBE6F50E82D}" v="197" dt="2025-06-03T00:06:11.167"/>
    <p1510:client id="{2B14EB2A-61CF-1097-FDC7-61DF78745F3B}" v="1857" dt="2025-06-02T08:11:47.959"/>
    <p1510:client id="{49300D7D-D2F8-3C8B-9D05-E26907C26AAD}" v="795" dt="2025-06-02T05:18:23.927"/>
    <p1510:client id="{50C97C35-1790-D239-2A73-A4C417191B58}" v="6" dt="2025-06-03T02:34:21.613"/>
    <p1510:client id="{5AC9EFB5-88AE-39A0-1877-29A82F051E12}" v="370" dt="2025-06-02T09:37:03.381"/>
    <p1510:client id="{6DD414C4-E339-98C4-17BB-B6BD5AE43578}" v="1337" dt="2025-06-02T08:21:18.547"/>
    <p1510:client id="{858ABB59-CED1-3C7B-6E2F-6F96E0F36084}" v="2661" dt="2025-06-02T14:38:41.220"/>
    <p1510:client id="{A753A89C-49C6-1DC6-5F22-25B8AFCC5FA7}" v="1205" dt="2025-06-02T10:48:51.458"/>
    <p1510:client id="{BBAA640F-4C6F-F8B7-858E-CB3E58801D2F}" v="991" dt="2025-06-02T13:08:54.721"/>
    <p1510:client id="{D9EB93CD-0549-34F8-99AD-09EA1441D671}" v="684" dt="2025-06-02T13:49:32.042"/>
    <p1510:client id="{DBB15B0F-FFD1-3904-1980-0744208C09C7}" v="134" dt="2025-06-03T13:18:17.9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913"/>
        <p:guide pos="5602"/>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9048" tIns="49524" rIns="99048" bIns="49524" rtlCol="0"/>
          <a:lstStyle>
            <a:lvl1pPr algn="l">
              <a:defRPr sz="1300"/>
            </a:lvl1pPr>
          </a:lstStyle>
          <a:p>
            <a:endParaRPr lang="en-AU"/>
          </a:p>
        </p:txBody>
      </p:sp>
      <p:sp>
        <p:nvSpPr>
          <p:cNvPr id="3" name="Date Placeholder 2"/>
          <p:cNvSpPr>
            <a:spLocks noGrp="1"/>
          </p:cNvSpPr>
          <p:nvPr>
            <p:ph type="dt" idx="1"/>
          </p:nvPr>
        </p:nvSpPr>
        <p:spPr>
          <a:xfrm>
            <a:off x="4143588" y="1"/>
            <a:ext cx="3169920" cy="480060"/>
          </a:xfrm>
          <a:prstGeom prst="rect">
            <a:avLst/>
          </a:prstGeom>
        </p:spPr>
        <p:txBody>
          <a:bodyPr vert="horz" lIns="99048" tIns="49524" rIns="99048" bIns="49524" rtlCol="0"/>
          <a:lstStyle>
            <a:lvl1pPr algn="r">
              <a:defRPr sz="1300"/>
            </a:lvl1pPr>
          </a:lstStyle>
          <a:p>
            <a:fld id="{AC062A73-2E64-49D6-ABD8-1FCFA8272204}" type="datetimeFigureOut">
              <a:rPr lang="en-AU" smtClean="0"/>
              <a:t>3/06/2025</a:t>
            </a:fld>
            <a:endParaRPr lang="en-AU"/>
          </a:p>
        </p:txBody>
      </p:sp>
      <p:sp>
        <p:nvSpPr>
          <p:cNvPr id="4" name="Slide Image Placeholder 3"/>
          <p:cNvSpPr>
            <a:spLocks noGrp="1" noRot="1" noChangeAspect="1"/>
          </p:cNvSpPr>
          <p:nvPr>
            <p:ph type="sldImg" idx="2"/>
          </p:nvPr>
        </p:nvSpPr>
        <p:spPr>
          <a:xfrm>
            <a:off x="1258888" y="720725"/>
            <a:ext cx="4797425" cy="3598863"/>
          </a:xfrm>
          <a:prstGeom prst="rect">
            <a:avLst/>
          </a:prstGeom>
          <a:noFill/>
          <a:ln w="12700">
            <a:solidFill>
              <a:prstClr val="black"/>
            </a:solidFill>
          </a:ln>
        </p:spPr>
        <p:txBody>
          <a:bodyPr vert="horz" lIns="99048" tIns="49524" rIns="99048" bIns="49524" rtlCol="0" anchor="ctr"/>
          <a:lstStyle/>
          <a:p>
            <a:endParaRPr lang="en-AU"/>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9048" tIns="49524" rIns="99048" bIns="495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119474"/>
            <a:ext cx="3169920" cy="480060"/>
          </a:xfrm>
          <a:prstGeom prst="rect">
            <a:avLst/>
          </a:prstGeom>
        </p:spPr>
        <p:txBody>
          <a:bodyPr vert="horz" lIns="99048" tIns="49524" rIns="99048" bIns="49524" rtlCol="0" anchor="b"/>
          <a:lstStyle>
            <a:lvl1pPr algn="l">
              <a:defRPr sz="1300"/>
            </a:lvl1pPr>
          </a:lstStyle>
          <a:p>
            <a:endParaRPr lang="en-AU"/>
          </a:p>
        </p:txBody>
      </p:sp>
      <p:sp>
        <p:nvSpPr>
          <p:cNvPr id="7" name="Slide Number Placeholder 6"/>
          <p:cNvSpPr>
            <a:spLocks noGrp="1"/>
          </p:cNvSpPr>
          <p:nvPr>
            <p:ph type="sldNum" sz="quarter" idx="5"/>
          </p:nvPr>
        </p:nvSpPr>
        <p:spPr>
          <a:xfrm>
            <a:off x="4143588" y="9119474"/>
            <a:ext cx="3169920" cy="480060"/>
          </a:xfrm>
          <a:prstGeom prst="rect">
            <a:avLst/>
          </a:prstGeom>
        </p:spPr>
        <p:txBody>
          <a:bodyPr vert="horz" lIns="99048" tIns="49524" rIns="99048" bIns="49524" rtlCol="0" anchor="b"/>
          <a:lstStyle>
            <a:lvl1pPr algn="r">
              <a:defRPr sz="1300"/>
            </a:lvl1pPr>
          </a:lstStyle>
          <a:p>
            <a:fld id="{5780AC98-8E30-490D-A639-38DF0F70C274}" type="slidenum">
              <a:rPr lang="en-AU" smtClean="0"/>
              <a:t>‹#›</a:t>
            </a:fld>
            <a:endParaRPr lang="en-AU"/>
          </a:p>
        </p:txBody>
      </p:sp>
    </p:spTree>
    <p:extLst>
      <p:ext uri="{BB962C8B-B14F-4D97-AF65-F5344CB8AC3E}">
        <p14:creationId xmlns:p14="http://schemas.microsoft.com/office/powerpoint/2010/main" val="3954587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77980D-187B-4CD7-B16A-1E030E75F9A2}"/>
              </a:ext>
            </a:extLst>
          </p:cNvPr>
          <p:cNvSpPr/>
          <p:nvPr userDrawn="1"/>
        </p:nvSpPr>
        <p:spPr>
          <a:xfrm>
            <a:off x="0" y="0"/>
            <a:ext cx="9144000" cy="12076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p:cNvSpPr/>
          <p:nvPr userDrawn="1"/>
        </p:nvSpPr>
        <p:spPr>
          <a:xfrm>
            <a:off x="181429" y="181429"/>
            <a:ext cx="8783060"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a:p>
        </p:txBody>
      </p:sp>
      <p:sp>
        <p:nvSpPr>
          <p:cNvPr id="12" name="Text Placeholder 2"/>
          <p:cNvSpPr>
            <a:spLocks noGrp="1"/>
          </p:cNvSpPr>
          <p:nvPr>
            <p:ph type="body" idx="14" hasCustomPrompt="1"/>
          </p:nvPr>
        </p:nvSpPr>
        <p:spPr>
          <a:xfrm>
            <a:off x="540000" y="2754276"/>
            <a:ext cx="4631871"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a:t>DATE: 1 May 2019</a:t>
            </a:r>
          </a:p>
        </p:txBody>
      </p:sp>
      <p:sp>
        <p:nvSpPr>
          <p:cNvPr id="15" name="Title 14"/>
          <p:cNvSpPr>
            <a:spLocks noGrp="1"/>
          </p:cNvSpPr>
          <p:nvPr>
            <p:ph type="title" hasCustomPrompt="1"/>
          </p:nvPr>
        </p:nvSpPr>
        <p:spPr>
          <a:xfrm>
            <a:off x="540000" y="1484784"/>
            <a:ext cx="6408000" cy="648000"/>
          </a:xfrm>
        </p:spPr>
        <p:txBody>
          <a:bodyPr/>
          <a:lstStyle/>
          <a:p>
            <a:r>
              <a:rPr lang="en-US"/>
              <a:t>Click to edit master title style</a:t>
            </a:r>
            <a:endParaRPr lang="en-AU"/>
          </a:p>
        </p:txBody>
      </p:sp>
      <p:sp>
        <p:nvSpPr>
          <p:cNvPr id="17" name="Text Placeholder 16"/>
          <p:cNvSpPr>
            <a:spLocks noGrp="1"/>
          </p:cNvSpPr>
          <p:nvPr>
            <p:ph type="body" sz="quarter" idx="15" hasCustomPrompt="1"/>
          </p:nvPr>
        </p:nvSpPr>
        <p:spPr>
          <a:xfrm>
            <a:off x="540001" y="2133600"/>
            <a:ext cx="6407150" cy="503238"/>
          </a:xfrm>
        </p:spPr>
        <p:txBody>
          <a:bodyPr/>
          <a:lstStyle>
            <a:lvl1pPr marL="0" indent="0">
              <a:buNone/>
              <a:defRPr cap="all" baseline="0">
                <a:solidFill>
                  <a:schemeClr val="accent1"/>
                </a:solidFill>
                <a:latin typeface="+mj-lt"/>
              </a:defRPr>
            </a:lvl1pPr>
          </a:lstStyle>
          <a:p>
            <a:pPr lvl="0"/>
            <a:r>
              <a:rPr lang="en-AU"/>
              <a:t>Click to ADD SUBTITLE</a:t>
            </a:r>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08183" y="185515"/>
            <a:ext cx="2037600" cy="762730"/>
          </a:xfrm>
          <a:prstGeom prst="rect">
            <a:avLst/>
          </a:prstGeom>
        </p:spPr>
      </p:pic>
      <p:pic>
        <p:nvPicPr>
          <p:cNvPr id="10" name="Picture 9">
            <a:extLst>
              <a:ext uri="{FF2B5EF4-FFF2-40B4-BE49-F238E27FC236}">
                <a16:creationId xmlns:a16="http://schemas.microsoft.com/office/drawing/2014/main" id="{FFD9A0D0-934A-4FC8-9196-BD7DE11D523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t="-1" b="58654"/>
          <a:stretch/>
        </p:blipFill>
        <p:spPr>
          <a:xfrm>
            <a:off x="185860" y="3082345"/>
            <a:ext cx="8776711" cy="3621890"/>
          </a:xfrm>
          <a:prstGeom prst="rect">
            <a:avLst/>
          </a:prstGeom>
        </p:spPr>
      </p:pic>
      <p:pic>
        <p:nvPicPr>
          <p:cNvPr id="5" name="Picture 4">
            <a:extLst>
              <a:ext uri="{FF2B5EF4-FFF2-40B4-BE49-F238E27FC236}">
                <a16:creationId xmlns:a16="http://schemas.microsoft.com/office/drawing/2014/main" id="{A0BC473E-014A-442E-A8BB-4B7F18EDA0A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25896" y="355043"/>
            <a:ext cx="1258827" cy="423673"/>
          </a:xfrm>
          <a:prstGeom prst="rect">
            <a:avLst/>
          </a:prstGeom>
        </p:spPr>
      </p:pic>
    </p:spTree>
    <p:extLst>
      <p:ext uri="{BB962C8B-B14F-4D97-AF65-F5344CB8AC3E}">
        <p14:creationId xmlns:p14="http://schemas.microsoft.com/office/powerpoint/2010/main" val="1691826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7684EE5-E957-41CD-8F72-243A79BCD6BB}"/>
              </a:ext>
            </a:extLst>
          </p:cNvPr>
          <p:cNvSpPr/>
          <p:nvPr userDrawn="1"/>
        </p:nvSpPr>
        <p:spPr>
          <a:xfrm>
            <a:off x="0" y="0"/>
            <a:ext cx="9144000" cy="12076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p:cNvSpPr/>
          <p:nvPr userDrawn="1"/>
        </p:nvSpPr>
        <p:spPr>
          <a:xfrm>
            <a:off x="181429" y="181429"/>
            <a:ext cx="8783060"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a:p>
        </p:txBody>
      </p:sp>
      <p:sp>
        <p:nvSpPr>
          <p:cNvPr id="3" name="Picture Placeholder 2">
            <a:extLst>
              <a:ext uri="{FF2B5EF4-FFF2-40B4-BE49-F238E27FC236}">
                <a16:creationId xmlns:a16="http://schemas.microsoft.com/office/drawing/2014/main" id="{F86AE3CF-7424-4E4F-978C-2CC94C69669F}"/>
              </a:ext>
            </a:extLst>
          </p:cNvPr>
          <p:cNvSpPr>
            <a:spLocks noGrp="1"/>
          </p:cNvSpPr>
          <p:nvPr>
            <p:ph type="pic" sz="quarter" idx="16"/>
          </p:nvPr>
        </p:nvSpPr>
        <p:spPr>
          <a:xfrm>
            <a:off x="3502025" y="3062172"/>
            <a:ext cx="5456238" cy="3610091"/>
          </a:xfrm>
          <a:solidFill>
            <a:schemeClr val="accent6"/>
          </a:solidFill>
        </p:spPr>
        <p:txBody>
          <a:bodyPr anchor="ctr" anchorCtr="0">
            <a:normAutofit/>
          </a:bodyPr>
          <a:lstStyle>
            <a:lvl1pPr marL="0" indent="0" algn="ctr">
              <a:buNone/>
              <a:defRPr sz="4000">
                <a:solidFill>
                  <a:schemeClr val="bg1"/>
                </a:solidFill>
              </a:defRPr>
            </a:lvl1pPr>
          </a:lstStyle>
          <a:p>
            <a:r>
              <a:rPr lang="en-US"/>
              <a:t>Click icon to add picture</a:t>
            </a:r>
            <a:endParaRPr lang="en-AU"/>
          </a:p>
        </p:txBody>
      </p:sp>
      <p:sp>
        <p:nvSpPr>
          <p:cNvPr id="12" name="Text Placeholder 2"/>
          <p:cNvSpPr>
            <a:spLocks noGrp="1"/>
          </p:cNvSpPr>
          <p:nvPr>
            <p:ph type="body" idx="14" hasCustomPrompt="1"/>
          </p:nvPr>
        </p:nvSpPr>
        <p:spPr>
          <a:xfrm>
            <a:off x="540000" y="2754276"/>
            <a:ext cx="4631871"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a:t>DATE: 1 May 2019</a:t>
            </a:r>
          </a:p>
        </p:txBody>
      </p:sp>
      <p:sp>
        <p:nvSpPr>
          <p:cNvPr id="15" name="Title 14"/>
          <p:cNvSpPr>
            <a:spLocks noGrp="1"/>
          </p:cNvSpPr>
          <p:nvPr>
            <p:ph type="title" hasCustomPrompt="1"/>
          </p:nvPr>
        </p:nvSpPr>
        <p:spPr>
          <a:xfrm>
            <a:off x="540000" y="1484784"/>
            <a:ext cx="6408000" cy="648000"/>
          </a:xfrm>
        </p:spPr>
        <p:txBody>
          <a:bodyPr/>
          <a:lstStyle/>
          <a:p>
            <a:r>
              <a:rPr lang="en-US"/>
              <a:t>Click to edit master title style</a:t>
            </a:r>
            <a:endParaRPr lang="en-AU"/>
          </a:p>
        </p:txBody>
      </p:sp>
      <p:sp>
        <p:nvSpPr>
          <p:cNvPr id="17" name="Text Placeholder 16"/>
          <p:cNvSpPr>
            <a:spLocks noGrp="1"/>
          </p:cNvSpPr>
          <p:nvPr>
            <p:ph type="body" sz="quarter" idx="15" hasCustomPrompt="1"/>
          </p:nvPr>
        </p:nvSpPr>
        <p:spPr>
          <a:xfrm>
            <a:off x="540001" y="2133600"/>
            <a:ext cx="6407150" cy="503238"/>
          </a:xfrm>
        </p:spPr>
        <p:txBody>
          <a:bodyPr/>
          <a:lstStyle>
            <a:lvl1pPr marL="0" indent="0">
              <a:buNone/>
              <a:defRPr cap="all" baseline="0">
                <a:solidFill>
                  <a:schemeClr val="accent1"/>
                </a:solidFill>
                <a:latin typeface="+mj-lt"/>
              </a:defRPr>
            </a:lvl1pPr>
          </a:lstStyle>
          <a:p>
            <a:pPr lvl="0"/>
            <a:r>
              <a:rPr lang="en-AU"/>
              <a:t>Click to ADD SUBTITLE</a:t>
            </a:r>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08183" y="185515"/>
            <a:ext cx="2037600" cy="762730"/>
          </a:xfrm>
          <a:prstGeom prst="rect">
            <a:avLst/>
          </a:prstGeom>
        </p:spPr>
      </p:pic>
      <p:sp>
        <p:nvSpPr>
          <p:cNvPr id="14" name="Rectangle 13"/>
          <p:cNvSpPr/>
          <p:nvPr userDrawn="1"/>
        </p:nvSpPr>
        <p:spPr>
          <a:xfrm>
            <a:off x="184772" y="3062172"/>
            <a:ext cx="3319200" cy="36330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9" name="Picture 18">
            <a:extLst>
              <a:ext uri="{FF2B5EF4-FFF2-40B4-BE49-F238E27FC236}">
                <a16:creationId xmlns:a16="http://schemas.microsoft.com/office/drawing/2014/main" id="{3280A7F4-574A-4508-A3C9-ED567DE4159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5896" y="355043"/>
            <a:ext cx="1258827" cy="423673"/>
          </a:xfrm>
          <a:prstGeom prst="rect">
            <a:avLst/>
          </a:prstGeom>
        </p:spPr>
      </p:pic>
      <p:sp>
        <p:nvSpPr>
          <p:cNvPr id="20" name="Text Placeholder 7">
            <a:extLst>
              <a:ext uri="{FF2B5EF4-FFF2-40B4-BE49-F238E27FC236}">
                <a16:creationId xmlns:a16="http://schemas.microsoft.com/office/drawing/2014/main" id="{18DAEC23-1BB8-482A-A08B-CC18AFED38C6}"/>
              </a:ext>
            </a:extLst>
          </p:cNvPr>
          <p:cNvSpPr>
            <a:spLocks noGrp="1"/>
          </p:cNvSpPr>
          <p:nvPr>
            <p:ph type="body" sz="quarter" idx="17" hasCustomPrompt="1"/>
          </p:nvPr>
        </p:nvSpPr>
        <p:spPr>
          <a:xfrm>
            <a:off x="5085013" y="5522573"/>
            <a:ext cx="3724275" cy="943262"/>
          </a:xfrm>
          <a:solidFill>
            <a:schemeClr val="accent1"/>
          </a:solidFill>
        </p:spPr>
        <p:txBody>
          <a:bodyPr lIns="91440" tIns="91440" rIns="91440" bIns="91440"/>
          <a:lstStyle>
            <a:lvl1pPr marL="0" indent="0">
              <a:buNone/>
              <a:defRPr/>
            </a:lvl1pPr>
            <a:lvl3pPr marL="114300" indent="-114300">
              <a:lnSpc>
                <a:spcPct val="120000"/>
              </a:lnSpc>
              <a:buFont typeface="Wingdings" panose="05000000000000000000" pitchFamily="2" charset="2"/>
              <a:buChar char="§"/>
              <a:defRPr/>
            </a:lvl3pPr>
          </a:lstStyle>
          <a:p>
            <a:pPr>
              <a:lnSpc>
                <a:spcPct val="120000"/>
              </a:lnSpc>
            </a:pPr>
            <a:r>
              <a:rPr lang="en-AU" sz="900">
                <a:solidFill>
                  <a:schemeClr val="bg1"/>
                </a:solidFill>
                <a:latin typeface="+mn-lt"/>
                <a:cs typeface="Arial"/>
              </a:rPr>
              <a:t>Note to user: Replace this image with your own.</a:t>
            </a:r>
          </a:p>
          <a:p>
            <a:pPr marL="114300" indent="-114300">
              <a:lnSpc>
                <a:spcPct val="120000"/>
              </a:lnSpc>
              <a:buFont typeface="Wingdings" panose="05000000000000000000" pitchFamily="2" charset="2"/>
              <a:buChar char="§"/>
            </a:pPr>
            <a:r>
              <a:rPr lang="en-AU" sz="900">
                <a:solidFill>
                  <a:schemeClr val="bg1"/>
                </a:solidFill>
                <a:latin typeface="+mn-lt"/>
                <a:cs typeface="Arial"/>
              </a:rPr>
              <a:t>Right click on this Placeholder box</a:t>
            </a:r>
          </a:p>
          <a:p>
            <a:pPr marL="114300" lvl="2" indent="-114300">
              <a:lnSpc>
                <a:spcPct val="120000"/>
              </a:lnSpc>
              <a:buFont typeface="Wingdings" panose="05000000000000000000" pitchFamily="2" charset="2"/>
              <a:buChar char="§"/>
            </a:pPr>
            <a:r>
              <a:rPr lang="en-AU" sz="900">
                <a:solidFill>
                  <a:schemeClr val="bg1"/>
                </a:solidFill>
                <a:latin typeface="+mn-lt"/>
                <a:cs typeface="Arial"/>
              </a:rPr>
              <a:t>Replace image</a:t>
            </a:r>
          </a:p>
          <a:p>
            <a:pPr marL="114300" lvl="2" indent="-114300">
              <a:lnSpc>
                <a:spcPct val="120000"/>
              </a:lnSpc>
              <a:buFont typeface="Wingdings" panose="05000000000000000000" pitchFamily="2" charset="2"/>
              <a:buChar char="§"/>
            </a:pPr>
            <a:r>
              <a:rPr lang="en-AU" sz="900">
                <a:solidFill>
                  <a:schemeClr val="bg1"/>
                </a:solidFill>
                <a:latin typeface="+mn-lt"/>
                <a:cs typeface="Arial"/>
              </a:rPr>
              <a:t>Select image and click ‘Resize image to fit in placeholder’)</a:t>
            </a:r>
          </a:p>
        </p:txBody>
      </p:sp>
    </p:spTree>
    <p:extLst>
      <p:ext uri="{BB962C8B-B14F-4D97-AF65-F5344CB8AC3E}">
        <p14:creationId xmlns:p14="http://schemas.microsoft.com/office/powerpoint/2010/main" val="119201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D2AFC-F9B6-4B5E-BA5D-7A1DEEA7C24A}"/>
              </a:ext>
            </a:extLst>
          </p:cNvPr>
          <p:cNvSpPr/>
          <p:nvPr userDrawn="1"/>
        </p:nvSpPr>
        <p:spPr>
          <a:xfrm>
            <a:off x="0" y="0"/>
            <a:ext cx="9144000" cy="12076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p:cNvSpPr/>
          <p:nvPr userDrawn="1"/>
        </p:nvSpPr>
        <p:spPr>
          <a:xfrm>
            <a:off x="181429" y="181429"/>
            <a:ext cx="8783060"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a:p>
        </p:txBody>
      </p:sp>
      <p:sp>
        <p:nvSpPr>
          <p:cNvPr id="5" name="Picture Placeholder 4">
            <a:extLst>
              <a:ext uri="{FF2B5EF4-FFF2-40B4-BE49-F238E27FC236}">
                <a16:creationId xmlns:a16="http://schemas.microsoft.com/office/drawing/2014/main" id="{D662BC26-82A7-4491-8FF9-0226A95CF653}"/>
              </a:ext>
            </a:extLst>
          </p:cNvPr>
          <p:cNvSpPr>
            <a:spLocks noGrp="1"/>
          </p:cNvSpPr>
          <p:nvPr>
            <p:ph type="pic" sz="quarter" idx="16"/>
          </p:nvPr>
        </p:nvSpPr>
        <p:spPr>
          <a:xfrm>
            <a:off x="179388" y="1274763"/>
            <a:ext cx="8783060" cy="5397500"/>
          </a:xfrm>
          <a:solidFill>
            <a:schemeClr val="accent6"/>
          </a:solidFill>
        </p:spPr>
        <p:txBody>
          <a:bodyPr anchor="ctr" anchorCtr="0">
            <a:normAutofit/>
          </a:bodyPr>
          <a:lstStyle>
            <a:lvl1pPr marL="0" indent="0" algn="ctr">
              <a:buNone/>
              <a:defRPr sz="6000">
                <a:solidFill>
                  <a:schemeClr val="bg1"/>
                </a:solidFill>
              </a:defRPr>
            </a:lvl1pPr>
          </a:lstStyle>
          <a:p>
            <a:r>
              <a:rPr lang="en-US"/>
              <a:t>Click icon to add picture</a:t>
            </a:r>
            <a:endParaRPr lang="en-AU"/>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08060" y="185515"/>
            <a:ext cx="2037600" cy="762730"/>
          </a:xfrm>
          <a:prstGeom prst="rect">
            <a:avLst/>
          </a:prstGeom>
        </p:spPr>
      </p:pic>
      <p:sp>
        <p:nvSpPr>
          <p:cNvPr id="11" name="Title 1"/>
          <p:cNvSpPr>
            <a:spLocks noGrp="1"/>
          </p:cNvSpPr>
          <p:nvPr>
            <p:ph type="title"/>
          </p:nvPr>
        </p:nvSpPr>
        <p:spPr>
          <a:xfrm>
            <a:off x="425896" y="1567892"/>
            <a:ext cx="6034314" cy="608315"/>
          </a:xfrm>
        </p:spPr>
        <p:txBody>
          <a:bodyPr/>
          <a:lstStyle>
            <a:lvl1pPr>
              <a:defRPr>
                <a:solidFill>
                  <a:schemeClr val="tx1"/>
                </a:solidFill>
              </a:defRPr>
            </a:lvl1pPr>
          </a:lstStyle>
          <a:p>
            <a:r>
              <a:rPr lang="en-US"/>
              <a:t>Click to edit Master title style</a:t>
            </a:r>
            <a:endParaRPr lang="en-AU"/>
          </a:p>
        </p:txBody>
      </p:sp>
      <p:sp>
        <p:nvSpPr>
          <p:cNvPr id="13" name="Text Placeholder 16"/>
          <p:cNvSpPr>
            <a:spLocks noGrp="1"/>
          </p:cNvSpPr>
          <p:nvPr>
            <p:ph type="body" sz="quarter" idx="15" hasCustomPrompt="1"/>
          </p:nvPr>
        </p:nvSpPr>
        <p:spPr>
          <a:xfrm>
            <a:off x="425896" y="2189986"/>
            <a:ext cx="4805363" cy="503238"/>
          </a:xfrm>
        </p:spPr>
        <p:txBody>
          <a:bodyPr/>
          <a:lstStyle>
            <a:lvl1pPr marL="0" indent="0">
              <a:buNone/>
              <a:defRPr cap="all" baseline="0">
                <a:solidFill>
                  <a:schemeClr val="tx1"/>
                </a:solidFill>
                <a:latin typeface="+mj-lt"/>
              </a:defRPr>
            </a:lvl1pPr>
          </a:lstStyle>
          <a:p>
            <a:pPr lvl="0"/>
            <a:r>
              <a:rPr lang="en-AU"/>
              <a:t>Click to ADD SUBTITLE</a:t>
            </a:r>
          </a:p>
        </p:txBody>
      </p:sp>
      <p:pic>
        <p:nvPicPr>
          <p:cNvPr id="10" name="Picture 9">
            <a:extLst>
              <a:ext uri="{FF2B5EF4-FFF2-40B4-BE49-F238E27FC236}">
                <a16:creationId xmlns:a16="http://schemas.microsoft.com/office/drawing/2014/main" id="{B0CF41C6-4865-4B02-B5D8-9C5873B37A4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5896" y="355043"/>
            <a:ext cx="1258827" cy="423673"/>
          </a:xfrm>
          <a:prstGeom prst="rect">
            <a:avLst/>
          </a:prstGeom>
        </p:spPr>
      </p:pic>
      <p:sp>
        <p:nvSpPr>
          <p:cNvPr id="8" name="Text Placeholder 7">
            <a:extLst>
              <a:ext uri="{FF2B5EF4-FFF2-40B4-BE49-F238E27FC236}">
                <a16:creationId xmlns:a16="http://schemas.microsoft.com/office/drawing/2014/main" id="{7F1F318B-EBCB-4834-81FE-96BC01156EF6}"/>
              </a:ext>
            </a:extLst>
          </p:cNvPr>
          <p:cNvSpPr>
            <a:spLocks noGrp="1"/>
          </p:cNvSpPr>
          <p:nvPr>
            <p:ph type="body" sz="quarter" idx="17" hasCustomPrompt="1"/>
          </p:nvPr>
        </p:nvSpPr>
        <p:spPr>
          <a:xfrm>
            <a:off x="425896" y="5522573"/>
            <a:ext cx="3724275" cy="943262"/>
          </a:xfrm>
          <a:solidFill>
            <a:schemeClr val="accent1"/>
          </a:solidFill>
        </p:spPr>
        <p:txBody>
          <a:bodyPr lIns="91440" tIns="91440" rIns="91440" bIns="91440"/>
          <a:lstStyle>
            <a:lvl1pPr marL="0" indent="0">
              <a:buNone/>
              <a:defRPr/>
            </a:lvl1pPr>
            <a:lvl3pPr marL="114300" indent="-114300">
              <a:lnSpc>
                <a:spcPct val="120000"/>
              </a:lnSpc>
              <a:buFont typeface="Wingdings" panose="05000000000000000000" pitchFamily="2" charset="2"/>
              <a:buChar char="§"/>
              <a:defRPr/>
            </a:lvl3pPr>
          </a:lstStyle>
          <a:p>
            <a:pPr>
              <a:lnSpc>
                <a:spcPct val="120000"/>
              </a:lnSpc>
            </a:pPr>
            <a:r>
              <a:rPr lang="en-AU" sz="900">
                <a:solidFill>
                  <a:schemeClr val="bg1"/>
                </a:solidFill>
                <a:latin typeface="+mn-lt"/>
                <a:cs typeface="Arial"/>
              </a:rPr>
              <a:t>Note to user: Replace this image with your own.</a:t>
            </a:r>
          </a:p>
          <a:p>
            <a:pPr marL="114300" indent="-114300">
              <a:lnSpc>
                <a:spcPct val="120000"/>
              </a:lnSpc>
              <a:buFont typeface="Wingdings" panose="05000000000000000000" pitchFamily="2" charset="2"/>
              <a:buChar char="§"/>
            </a:pPr>
            <a:r>
              <a:rPr lang="en-AU" sz="900">
                <a:solidFill>
                  <a:schemeClr val="bg1"/>
                </a:solidFill>
                <a:latin typeface="+mn-lt"/>
                <a:cs typeface="Arial"/>
              </a:rPr>
              <a:t>Right click on this Placeholder box</a:t>
            </a:r>
          </a:p>
          <a:p>
            <a:pPr marL="114300" lvl="2" indent="-114300">
              <a:lnSpc>
                <a:spcPct val="120000"/>
              </a:lnSpc>
              <a:buFont typeface="Wingdings" panose="05000000000000000000" pitchFamily="2" charset="2"/>
              <a:buChar char="§"/>
            </a:pPr>
            <a:r>
              <a:rPr lang="en-AU" sz="900">
                <a:solidFill>
                  <a:schemeClr val="bg1"/>
                </a:solidFill>
                <a:latin typeface="+mn-lt"/>
                <a:cs typeface="Arial"/>
              </a:rPr>
              <a:t>Replace image</a:t>
            </a:r>
          </a:p>
          <a:p>
            <a:pPr marL="114300" lvl="2" indent="-114300">
              <a:lnSpc>
                <a:spcPct val="120000"/>
              </a:lnSpc>
              <a:buFont typeface="Wingdings" panose="05000000000000000000" pitchFamily="2" charset="2"/>
              <a:buChar char="§"/>
            </a:pPr>
            <a:r>
              <a:rPr lang="en-AU" sz="900">
                <a:solidFill>
                  <a:schemeClr val="bg1"/>
                </a:solidFill>
                <a:latin typeface="+mn-lt"/>
                <a:cs typeface="Arial"/>
              </a:rPr>
              <a:t>Select image and click ‘Resize image to fit in placeholder’)</a:t>
            </a:r>
          </a:p>
        </p:txBody>
      </p:sp>
    </p:spTree>
    <p:extLst>
      <p:ext uri="{BB962C8B-B14F-4D97-AF65-F5344CB8AC3E}">
        <p14:creationId xmlns:p14="http://schemas.microsoft.com/office/powerpoint/2010/main" val="2641295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DE22C8-E6AD-4278-9181-7B1D2238E02D}"/>
              </a:ext>
            </a:extLst>
          </p:cNvPr>
          <p:cNvSpPr/>
          <p:nvPr userDrawn="1"/>
        </p:nvSpPr>
        <p:spPr>
          <a:xfrm>
            <a:off x="0" y="0"/>
            <a:ext cx="9144000" cy="12076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p:cNvSpPr/>
          <p:nvPr userDrawn="1"/>
        </p:nvSpPr>
        <p:spPr>
          <a:xfrm>
            <a:off x="181428" y="181429"/>
            <a:ext cx="8783100"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a:p>
        </p:txBody>
      </p:sp>
      <p:sp>
        <p:nvSpPr>
          <p:cNvPr id="19" name="Text Placeholder 2"/>
          <p:cNvSpPr>
            <a:spLocks noGrp="1"/>
          </p:cNvSpPr>
          <p:nvPr>
            <p:ph type="body" idx="14" hasCustomPrompt="1"/>
          </p:nvPr>
        </p:nvSpPr>
        <p:spPr>
          <a:xfrm>
            <a:off x="4383539" y="6183276"/>
            <a:ext cx="4329501"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a:t>DATE: 1 May 2019</a:t>
            </a:r>
          </a:p>
        </p:txBody>
      </p:sp>
      <p:sp>
        <p:nvSpPr>
          <p:cNvPr id="21" name="Title 20"/>
          <p:cNvSpPr>
            <a:spLocks noGrp="1"/>
          </p:cNvSpPr>
          <p:nvPr>
            <p:ph type="title" hasCustomPrompt="1"/>
          </p:nvPr>
        </p:nvSpPr>
        <p:spPr>
          <a:xfrm>
            <a:off x="4383539" y="2708920"/>
            <a:ext cx="4248472" cy="648000"/>
          </a:xfrm>
        </p:spPr>
        <p:txBody>
          <a:bodyPr/>
          <a:lstStyle>
            <a:lvl1pPr>
              <a:defRPr/>
            </a:lvl1pPr>
          </a:lstStyle>
          <a:p>
            <a:r>
              <a:rPr lang="en-US"/>
              <a:t>Click to add title</a:t>
            </a:r>
            <a:endParaRPr lang="en-AU"/>
          </a:p>
        </p:txBody>
      </p:sp>
      <p:sp>
        <p:nvSpPr>
          <p:cNvPr id="23" name="Text Placeholder 22"/>
          <p:cNvSpPr>
            <a:spLocks noGrp="1"/>
          </p:cNvSpPr>
          <p:nvPr>
            <p:ph type="body" sz="quarter" idx="15" hasCustomPrompt="1"/>
          </p:nvPr>
        </p:nvSpPr>
        <p:spPr>
          <a:xfrm>
            <a:off x="4383539" y="3357564"/>
            <a:ext cx="4249737" cy="503237"/>
          </a:xfrm>
        </p:spPr>
        <p:txBody>
          <a:bodyPr/>
          <a:lstStyle>
            <a:lvl1pPr marL="0" indent="0">
              <a:buNone/>
              <a:defRPr cap="all" baseline="0">
                <a:solidFill>
                  <a:schemeClr val="accent1"/>
                </a:solidFill>
                <a:latin typeface="+mj-lt"/>
              </a:defRPr>
            </a:lvl1pPr>
          </a:lstStyle>
          <a:p>
            <a:pPr lvl="0"/>
            <a:r>
              <a:rPr lang="en-AU"/>
              <a:t>Click to add subtitle</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08183" y="185515"/>
            <a:ext cx="2037600" cy="762730"/>
          </a:xfrm>
          <a:prstGeom prst="rect">
            <a:avLst/>
          </a:prstGeom>
        </p:spPr>
      </p:pic>
      <p:pic>
        <p:nvPicPr>
          <p:cNvPr id="8" name="Picture 7">
            <a:extLst>
              <a:ext uri="{FF2B5EF4-FFF2-40B4-BE49-F238E27FC236}">
                <a16:creationId xmlns:a16="http://schemas.microsoft.com/office/drawing/2014/main" id="{E343EF02-D0DE-4694-8925-A3487BCF58C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383539" y="355043"/>
            <a:ext cx="1258827" cy="423673"/>
          </a:xfrm>
          <a:prstGeom prst="rect">
            <a:avLst/>
          </a:prstGeom>
        </p:spPr>
      </p:pic>
      <p:pic>
        <p:nvPicPr>
          <p:cNvPr id="11" name="Picture 10">
            <a:extLst>
              <a:ext uri="{FF2B5EF4-FFF2-40B4-BE49-F238E27FC236}">
                <a16:creationId xmlns:a16="http://schemas.microsoft.com/office/drawing/2014/main" id="{C9CE4F08-A1A6-4B79-918C-8ECD8A9C1016}"/>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14938" r="25471"/>
          <a:stretch/>
        </p:blipFill>
        <p:spPr>
          <a:xfrm>
            <a:off x="179471" y="181429"/>
            <a:ext cx="3952581" cy="6537188"/>
          </a:xfrm>
          <a:prstGeom prst="rect">
            <a:avLst/>
          </a:prstGeom>
        </p:spPr>
      </p:pic>
    </p:spTree>
    <p:extLst>
      <p:ext uri="{BB962C8B-B14F-4D97-AF65-F5344CB8AC3E}">
        <p14:creationId xmlns:p14="http://schemas.microsoft.com/office/powerpoint/2010/main" val="1916982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0000" y="800670"/>
            <a:ext cx="6407150" cy="409666"/>
          </a:xfrm>
        </p:spPr>
        <p:txBody>
          <a:bodyPr/>
          <a:lstStyle/>
          <a:p>
            <a:r>
              <a:rPr lang="en-US"/>
              <a:t>Click to edit master title style</a:t>
            </a:r>
            <a:endParaRPr lang="en-AU"/>
          </a:p>
        </p:txBody>
      </p:sp>
      <p:sp>
        <p:nvSpPr>
          <p:cNvPr id="3" name="Content Placeholder 2"/>
          <p:cNvSpPr>
            <a:spLocks noGrp="1"/>
          </p:cNvSpPr>
          <p:nvPr>
            <p:ph idx="1" hasCustomPrompt="1"/>
          </p:nvPr>
        </p:nvSpPr>
        <p:spPr>
          <a:xfrm>
            <a:off x="540000" y="1620001"/>
            <a:ext cx="8100001" cy="4525963"/>
          </a:xfrm>
        </p:spPr>
        <p:txBody>
          <a:bodyPr/>
          <a:lstStyle>
            <a:lvl1pPr marL="0" indent="0">
              <a:buNone/>
              <a:defRPr baseline="0"/>
            </a:lvl1pPr>
          </a:lstStyle>
          <a:p>
            <a:pPr lvl="0"/>
            <a:r>
              <a:rPr lang="en-AU"/>
              <a:t>Content no bullets</a:t>
            </a:r>
          </a:p>
        </p:txBody>
      </p:sp>
      <p:sp>
        <p:nvSpPr>
          <p:cNvPr id="5" name="Footer Placeholder 4"/>
          <p:cNvSpPr>
            <a:spLocks noGrp="1"/>
          </p:cNvSpPr>
          <p:nvPr>
            <p:ph type="ftr" sz="quarter" idx="11"/>
          </p:nvPr>
        </p:nvSpPr>
        <p:spPr>
          <a:xfrm>
            <a:off x="520950" y="6381330"/>
            <a:ext cx="3978498" cy="365125"/>
          </a:xfrm>
        </p:spPr>
        <p:txBody>
          <a:bodyPr/>
          <a:lstStyle>
            <a:lvl1pPr algn="l">
              <a:defRPr sz="1050"/>
            </a:lvl1pPr>
          </a:lstStyle>
          <a:p>
            <a:r>
              <a:rPr lang="en-AU"/>
              <a:t>OFFICE | FACULTY | DEPARTMENT</a:t>
            </a:r>
          </a:p>
        </p:txBody>
      </p:sp>
      <p:sp>
        <p:nvSpPr>
          <p:cNvPr id="6" name="Slide Number Placeholder 5"/>
          <p:cNvSpPr>
            <a:spLocks noGrp="1"/>
          </p:cNvSpPr>
          <p:nvPr>
            <p:ph type="sldNum" sz="quarter" idx="12"/>
          </p:nvPr>
        </p:nvSpPr>
        <p:spPr>
          <a:xfrm>
            <a:off x="8333116" y="6381330"/>
            <a:ext cx="315583" cy="365125"/>
          </a:xfrm>
        </p:spPr>
        <p:txBody>
          <a:bodyPr/>
          <a:lstStyle>
            <a:lvl1pPr>
              <a:defRPr sz="1050"/>
            </a:lvl1pPr>
          </a:lstStyle>
          <a:p>
            <a:fld id="{D9C42BCC-44E8-4F98-A8FE-EAF16D8C1E6E}" type="slidenum">
              <a:rPr lang="en-AU" smtClean="0"/>
              <a:pPr/>
              <a:t>‹#›</a:t>
            </a:fld>
            <a:endParaRPr lang="en-AU"/>
          </a:p>
        </p:txBody>
      </p:sp>
      <p:sp>
        <p:nvSpPr>
          <p:cNvPr id="7" name="Text Placeholder 16"/>
          <p:cNvSpPr>
            <a:spLocks noGrp="1"/>
          </p:cNvSpPr>
          <p:nvPr>
            <p:ph type="body" sz="quarter" idx="15" hasCustomPrompt="1"/>
          </p:nvPr>
        </p:nvSpPr>
        <p:spPr>
          <a:xfrm>
            <a:off x="540001" y="1210336"/>
            <a:ext cx="6407150" cy="325166"/>
          </a:xfrm>
        </p:spPr>
        <p:txBody>
          <a:bodyPr/>
          <a:lstStyle>
            <a:lvl1pPr marL="0" indent="0">
              <a:buNone/>
              <a:defRPr cap="all" baseline="0">
                <a:solidFill>
                  <a:schemeClr val="accent1"/>
                </a:solidFill>
                <a:latin typeface="+mj-lt"/>
              </a:defRPr>
            </a:lvl1pPr>
          </a:lstStyle>
          <a:p>
            <a:pPr lvl="0"/>
            <a:r>
              <a:rPr lang="en-AU"/>
              <a:t>Click to ADD SUBTITLE</a:t>
            </a:r>
          </a:p>
        </p:txBody>
      </p:sp>
    </p:spTree>
    <p:extLst>
      <p:ext uri="{BB962C8B-B14F-4D97-AF65-F5344CB8AC3E}">
        <p14:creationId xmlns:p14="http://schemas.microsoft.com/office/powerpoint/2010/main" val="4017448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Column Bullets">
    <p:spTree>
      <p:nvGrpSpPr>
        <p:cNvPr id="1" name=""/>
        <p:cNvGrpSpPr/>
        <p:nvPr/>
      </p:nvGrpSpPr>
      <p:grpSpPr>
        <a:xfrm>
          <a:off x="0" y="0"/>
          <a:ext cx="0" cy="0"/>
          <a:chOff x="0" y="0"/>
          <a:chExt cx="0" cy="0"/>
        </a:xfrm>
      </p:grpSpPr>
      <p:sp>
        <p:nvSpPr>
          <p:cNvPr id="8" name="Content Placeholder 7"/>
          <p:cNvSpPr>
            <a:spLocks noGrp="1"/>
          </p:cNvSpPr>
          <p:nvPr>
            <p:ph sz="quarter" idx="16"/>
          </p:nvPr>
        </p:nvSpPr>
        <p:spPr>
          <a:xfrm>
            <a:off x="540001" y="1620000"/>
            <a:ext cx="8082506" cy="4524375"/>
          </a:xfrm>
        </p:spPr>
        <p:txBody>
          <a:bodyPr/>
          <a:lstStyle>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Footer Placeholder 4"/>
          <p:cNvSpPr>
            <a:spLocks noGrp="1"/>
          </p:cNvSpPr>
          <p:nvPr>
            <p:ph type="ftr" sz="quarter" idx="11"/>
          </p:nvPr>
        </p:nvSpPr>
        <p:spPr>
          <a:xfrm>
            <a:off x="515169" y="6381330"/>
            <a:ext cx="4032448" cy="365125"/>
          </a:xfrm>
        </p:spPr>
        <p:txBody>
          <a:bodyPr/>
          <a:lstStyle>
            <a:lvl1pPr algn="l">
              <a:defRPr sz="1050"/>
            </a:lvl1pPr>
          </a:lstStyle>
          <a:p>
            <a:r>
              <a:rPr lang="en-AU"/>
              <a:t>OFFICE | FACULTY | DEPARTMENT</a:t>
            </a:r>
          </a:p>
        </p:txBody>
      </p:sp>
      <p:sp>
        <p:nvSpPr>
          <p:cNvPr id="6" name="Slide Number Placeholder 5"/>
          <p:cNvSpPr>
            <a:spLocks noGrp="1"/>
          </p:cNvSpPr>
          <p:nvPr>
            <p:ph type="sldNum" sz="quarter" idx="12"/>
          </p:nvPr>
        </p:nvSpPr>
        <p:spPr>
          <a:xfrm>
            <a:off x="8350370" y="6381330"/>
            <a:ext cx="281662" cy="365125"/>
          </a:xfrm>
        </p:spPr>
        <p:txBody>
          <a:bodyPr/>
          <a:lstStyle/>
          <a:p>
            <a:fld id="{D9C42BCC-44E8-4F98-A8FE-EAF16D8C1E6E}" type="slidenum">
              <a:rPr lang="en-AU" smtClean="0"/>
              <a:t>‹#›</a:t>
            </a:fld>
            <a:endParaRPr lang="en-AU"/>
          </a:p>
        </p:txBody>
      </p:sp>
      <p:sp>
        <p:nvSpPr>
          <p:cNvPr id="7" name="Title 1">
            <a:extLst>
              <a:ext uri="{FF2B5EF4-FFF2-40B4-BE49-F238E27FC236}">
                <a16:creationId xmlns:a16="http://schemas.microsoft.com/office/drawing/2014/main" id="{A2E17DD3-1234-4080-97F7-B043F151AB3B}"/>
              </a:ext>
            </a:extLst>
          </p:cNvPr>
          <p:cNvSpPr>
            <a:spLocks noGrp="1"/>
          </p:cNvSpPr>
          <p:nvPr>
            <p:ph type="title" hasCustomPrompt="1"/>
          </p:nvPr>
        </p:nvSpPr>
        <p:spPr>
          <a:xfrm>
            <a:off x="540000" y="800670"/>
            <a:ext cx="6407150" cy="409666"/>
          </a:xfrm>
        </p:spPr>
        <p:txBody>
          <a:bodyPr/>
          <a:lstStyle/>
          <a:p>
            <a:r>
              <a:rPr lang="en-US"/>
              <a:t>Click to edit master title style</a:t>
            </a:r>
            <a:endParaRPr lang="en-AU"/>
          </a:p>
        </p:txBody>
      </p:sp>
      <p:sp>
        <p:nvSpPr>
          <p:cNvPr id="11" name="Text Placeholder 16">
            <a:extLst>
              <a:ext uri="{FF2B5EF4-FFF2-40B4-BE49-F238E27FC236}">
                <a16:creationId xmlns:a16="http://schemas.microsoft.com/office/drawing/2014/main" id="{CF968E3D-8964-4D0C-81E5-ECFE28F02D6D}"/>
              </a:ext>
            </a:extLst>
          </p:cNvPr>
          <p:cNvSpPr>
            <a:spLocks noGrp="1"/>
          </p:cNvSpPr>
          <p:nvPr>
            <p:ph type="body" sz="quarter" idx="15" hasCustomPrompt="1"/>
          </p:nvPr>
        </p:nvSpPr>
        <p:spPr>
          <a:xfrm>
            <a:off x="540001" y="1210336"/>
            <a:ext cx="6407150" cy="325166"/>
          </a:xfrm>
        </p:spPr>
        <p:txBody>
          <a:bodyPr/>
          <a:lstStyle>
            <a:lvl1pPr marL="0" indent="0">
              <a:buNone/>
              <a:defRPr cap="all" baseline="0">
                <a:solidFill>
                  <a:schemeClr val="accent1"/>
                </a:solidFill>
                <a:latin typeface="+mj-lt"/>
              </a:defRPr>
            </a:lvl1pPr>
          </a:lstStyle>
          <a:p>
            <a:pPr lvl="0"/>
            <a:r>
              <a:rPr lang="en-AU"/>
              <a:t>Click to ADD SUBTITLE</a:t>
            </a:r>
          </a:p>
        </p:txBody>
      </p:sp>
    </p:spTree>
    <p:extLst>
      <p:ext uri="{BB962C8B-B14F-4D97-AF65-F5344CB8AC3E}">
        <p14:creationId xmlns:p14="http://schemas.microsoft.com/office/powerpoint/2010/main" val="498723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540000" y="1620001"/>
            <a:ext cx="3915000" cy="4525963"/>
          </a:xfrm>
        </p:spPr>
        <p:txBody>
          <a:bodyPr lIns="0" tIns="0" rIns="0" bIns="0" numCol="1" spcCol="144000"/>
          <a:lstStyle>
            <a:lvl1pPr marL="0" indent="0">
              <a:buNone/>
              <a:defRPr baseline="0"/>
            </a:lvl1pPr>
          </a:lstStyle>
          <a:p>
            <a:pPr lvl="0"/>
            <a:r>
              <a:rPr lang="en-AU"/>
              <a:t>Two Column content no bullets</a:t>
            </a:r>
          </a:p>
        </p:txBody>
      </p:sp>
      <p:sp>
        <p:nvSpPr>
          <p:cNvPr id="5" name="Footer Placeholder 4"/>
          <p:cNvSpPr>
            <a:spLocks noGrp="1"/>
          </p:cNvSpPr>
          <p:nvPr>
            <p:ph type="ftr" sz="quarter" idx="11"/>
          </p:nvPr>
        </p:nvSpPr>
        <p:spPr>
          <a:xfrm>
            <a:off x="540000" y="6381330"/>
            <a:ext cx="4032448" cy="365125"/>
          </a:xfrm>
        </p:spPr>
        <p:txBody>
          <a:bodyPr/>
          <a:lstStyle>
            <a:lvl1pPr algn="l">
              <a:defRPr sz="1050"/>
            </a:lvl1pPr>
          </a:lstStyle>
          <a:p>
            <a:r>
              <a:rPr lang="en-AU"/>
              <a:t>OFFICE | FACULTY | DEPARTMENT</a:t>
            </a:r>
          </a:p>
        </p:txBody>
      </p:sp>
      <p:sp>
        <p:nvSpPr>
          <p:cNvPr id="6" name="Slide Number Placeholder 5"/>
          <p:cNvSpPr>
            <a:spLocks noGrp="1"/>
          </p:cNvSpPr>
          <p:nvPr>
            <p:ph type="sldNum" sz="quarter" idx="12"/>
          </p:nvPr>
        </p:nvSpPr>
        <p:spPr>
          <a:xfrm>
            <a:off x="8307238" y="6381330"/>
            <a:ext cx="322412" cy="365125"/>
          </a:xfrm>
        </p:spPr>
        <p:txBody>
          <a:bodyPr/>
          <a:lstStyle/>
          <a:p>
            <a:fld id="{D9C42BCC-44E8-4F98-A8FE-EAF16D8C1E6E}" type="slidenum">
              <a:rPr lang="en-AU" smtClean="0"/>
              <a:t>‹#›</a:t>
            </a:fld>
            <a:endParaRPr lang="en-AU"/>
          </a:p>
        </p:txBody>
      </p:sp>
      <p:sp>
        <p:nvSpPr>
          <p:cNvPr id="8" name="Content Placeholder 2"/>
          <p:cNvSpPr>
            <a:spLocks noGrp="1"/>
          </p:cNvSpPr>
          <p:nvPr>
            <p:ph idx="16" hasCustomPrompt="1"/>
          </p:nvPr>
        </p:nvSpPr>
        <p:spPr>
          <a:xfrm>
            <a:off x="4686300" y="1620001"/>
            <a:ext cx="3915000" cy="4525963"/>
          </a:xfrm>
        </p:spPr>
        <p:txBody>
          <a:bodyPr lIns="0" tIns="0" rIns="0" bIns="0" numCol="1" spcCol="144000"/>
          <a:lstStyle>
            <a:lvl1pPr marL="0" indent="0">
              <a:buNone/>
              <a:defRPr baseline="0"/>
            </a:lvl1pPr>
          </a:lstStyle>
          <a:p>
            <a:pPr lvl="0"/>
            <a:r>
              <a:rPr lang="en-AU"/>
              <a:t>Two Column content no bullets</a:t>
            </a:r>
          </a:p>
        </p:txBody>
      </p:sp>
      <p:sp>
        <p:nvSpPr>
          <p:cNvPr id="9" name="Title 1">
            <a:extLst>
              <a:ext uri="{FF2B5EF4-FFF2-40B4-BE49-F238E27FC236}">
                <a16:creationId xmlns:a16="http://schemas.microsoft.com/office/drawing/2014/main" id="{B8AD7E65-802D-4F18-A25B-1EB9B49E7CE1}"/>
              </a:ext>
            </a:extLst>
          </p:cNvPr>
          <p:cNvSpPr>
            <a:spLocks noGrp="1"/>
          </p:cNvSpPr>
          <p:nvPr>
            <p:ph type="title" hasCustomPrompt="1"/>
          </p:nvPr>
        </p:nvSpPr>
        <p:spPr>
          <a:xfrm>
            <a:off x="540000" y="800670"/>
            <a:ext cx="6407150" cy="409666"/>
          </a:xfrm>
        </p:spPr>
        <p:txBody>
          <a:bodyPr/>
          <a:lstStyle/>
          <a:p>
            <a:r>
              <a:rPr lang="en-US"/>
              <a:t>Click to edit master title style</a:t>
            </a:r>
            <a:endParaRPr lang="en-AU"/>
          </a:p>
        </p:txBody>
      </p:sp>
      <p:sp>
        <p:nvSpPr>
          <p:cNvPr id="10" name="Text Placeholder 16">
            <a:extLst>
              <a:ext uri="{FF2B5EF4-FFF2-40B4-BE49-F238E27FC236}">
                <a16:creationId xmlns:a16="http://schemas.microsoft.com/office/drawing/2014/main" id="{4DE46466-CD1A-48A9-A0CE-00BE55670010}"/>
              </a:ext>
            </a:extLst>
          </p:cNvPr>
          <p:cNvSpPr>
            <a:spLocks noGrp="1"/>
          </p:cNvSpPr>
          <p:nvPr>
            <p:ph type="body" sz="quarter" idx="15" hasCustomPrompt="1"/>
          </p:nvPr>
        </p:nvSpPr>
        <p:spPr>
          <a:xfrm>
            <a:off x="540001" y="1210336"/>
            <a:ext cx="6407150" cy="325166"/>
          </a:xfrm>
        </p:spPr>
        <p:txBody>
          <a:bodyPr/>
          <a:lstStyle>
            <a:lvl1pPr marL="0" indent="0">
              <a:buNone/>
              <a:defRPr cap="all" baseline="0">
                <a:solidFill>
                  <a:schemeClr val="accent1"/>
                </a:solidFill>
                <a:latin typeface="+mj-lt"/>
              </a:defRPr>
            </a:lvl1pPr>
          </a:lstStyle>
          <a:p>
            <a:pPr lvl="0"/>
            <a:r>
              <a:rPr lang="en-AU"/>
              <a:t>Click to ADD SUBTITLE</a:t>
            </a:r>
          </a:p>
        </p:txBody>
      </p:sp>
    </p:spTree>
    <p:extLst>
      <p:ext uri="{BB962C8B-B14F-4D97-AF65-F5344CB8AC3E}">
        <p14:creationId xmlns:p14="http://schemas.microsoft.com/office/powerpoint/2010/main" val="240454037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44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lumn Bullet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540000" y="6381330"/>
            <a:ext cx="4032448" cy="365125"/>
          </a:xfrm>
        </p:spPr>
        <p:txBody>
          <a:bodyPr/>
          <a:lstStyle>
            <a:lvl1pPr algn="l">
              <a:defRPr sz="1050"/>
            </a:lvl1pPr>
          </a:lstStyle>
          <a:p>
            <a:r>
              <a:rPr lang="en-AU"/>
              <a:t>OFFICE | FACULTY | DEPARTMENT</a:t>
            </a:r>
          </a:p>
        </p:txBody>
      </p:sp>
      <p:sp>
        <p:nvSpPr>
          <p:cNvPr id="6" name="Slide Number Placeholder 5"/>
          <p:cNvSpPr>
            <a:spLocks noGrp="1"/>
          </p:cNvSpPr>
          <p:nvPr>
            <p:ph type="sldNum" sz="quarter" idx="12"/>
          </p:nvPr>
        </p:nvSpPr>
        <p:spPr>
          <a:xfrm>
            <a:off x="8315863" y="6381330"/>
            <a:ext cx="323311" cy="365125"/>
          </a:xfrm>
        </p:spPr>
        <p:txBody>
          <a:bodyPr/>
          <a:lstStyle>
            <a:lvl1pPr>
              <a:defRPr sz="1050"/>
            </a:lvl1pPr>
          </a:lstStyle>
          <a:p>
            <a:fld id="{D9C42BCC-44E8-4F98-A8FE-EAF16D8C1E6E}" type="slidenum">
              <a:rPr lang="en-AU" smtClean="0"/>
              <a:pPr/>
              <a:t>‹#›</a:t>
            </a:fld>
            <a:endParaRPr lang="en-AU"/>
          </a:p>
        </p:txBody>
      </p:sp>
      <p:sp>
        <p:nvSpPr>
          <p:cNvPr id="9" name="Text Placeholder 8"/>
          <p:cNvSpPr>
            <a:spLocks noGrp="1"/>
          </p:cNvSpPr>
          <p:nvPr>
            <p:ph type="body" sz="quarter" idx="17"/>
          </p:nvPr>
        </p:nvSpPr>
        <p:spPr>
          <a:xfrm>
            <a:off x="540000" y="1620000"/>
            <a:ext cx="3915000" cy="45291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 name="Text Placeholder 8"/>
          <p:cNvSpPr>
            <a:spLocks noGrp="1"/>
          </p:cNvSpPr>
          <p:nvPr>
            <p:ph type="body" sz="quarter" idx="18"/>
          </p:nvPr>
        </p:nvSpPr>
        <p:spPr>
          <a:xfrm>
            <a:off x="4771800" y="1620000"/>
            <a:ext cx="3915000" cy="45291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8" name="Title 1">
            <a:extLst>
              <a:ext uri="{FF2B5EF4-FFF2-40B4-BE49-F238E27FC236}">
                <a16:creationId xmlns:a16="http://schemas.microsoft.com/office/drawing/2014/main" id="{5FAF86C0-7B61-4317-B2E4-249421D05DB3}"/>
              </a:ext>
            </a:extLst>
          </p:cNvPr>
          <p:cNvSpPr>
            <a:spLocks noGrp="1"/>
          </p:cNvSpPr>
          <p:nvPr>
            <p:ph type="title" hasCustomPrompt="1"/>
          </p:nvPr>
        </p:nvSpPr>
        <p:spPr>
          <a:xfrm>
            <a:off x="540000" y="800670"/>
            <a:ext cx="6407150" cy="409666"/>
          </a:xfrm>
        </p:spPr>
        <p:txBody>
          <a:bodyPr/>
          <a:lstStyle/>
          <a:p>
            <a:r>
              <a:rPr lang="en-US"/>
              <a:t>Click to edit master title style</a:t>
            </a:r>
            <a:endParaRPr lang="en-AU"/>
          </a:p>
        </p:txBody>
      </p:sp>
      <p:sp>
        <p:nvSpPr>
          <p:cNvPr id="11" name="Text Placeholder 16">
            <a:extLst>
              <a:ext uri="{FF2B5EF4-FFF2-40B4-BE49-F238E27FC236}">
                <a16:creationId xmlns:a16="http://schemas.microsoft.com/office/drawing/2014/main" id="{24446E14-3109-42A2-9700-7C94F12F0924}"/>
              </a:ext>
            </a:extLst>
          </p:cNvPr>
          <p:cNvSpPr>
            <a:spLocks noGrp="1"/>
          </p:cNvSpPr>
          <p:nvPr>
            <p:ph type="body" sz="quarter" idx="15" hasCustomPrompt="1"/>
          </p:nvPr>
        </p:nvSpPr>
        <p:spPr>
          <a:xfrm>
            <a:off x="540001" y="1210336"/>
            <a:ext cx="6407150" cy="325166"/>
          </a:xfrm>
        </p:spPr>
        <p:txBody>
          <a:bodyPr/>
          <a:lstStyle>
            <a:lvl1pPr marL="0" indent="0">
              <a:buNone/>
              <a:defRPr cap="all" baseline="0">
                <a:solidFill>
                  <a:schemeClr val="accent1"/>
                </a:solidFill>
                <a:latin typeface="+mj-lt"/>
              </a:defRPr>
            </a:lvl1pPr>
          </a:lstStyle>
          <a:p>
            <a:pPr lvl="0"/>
            <a:r>
              <a:rPr lang="en-AU"/>
              <a:t>Click to ADD SUBTITLE</a:t>
            </a:r>
          </a:p>
        </p:txBody>
      </p:sp>
    </p:spTree>
    <p:extLst>
      <p:ext uri="{BB962C8B-B14F-4D97-AF65-F5344CB8AC3E}">
        <p14:creationId xmlns:p14="http://schemas.microsoft.com/office/powerpoint/2010/main" val="3547268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540000" y="6381330"/>
            <a:ext cx="4032448" cy="365125"/>
          </a:xfrm>
        </p:spPr>
        <p:txBody>
          <a:bodyPr/>
          <a:lstStyle>
            <a:lvl1pPr algn="l">
              <a:defRPr sz="1050"/>
            </a:lvl1pPr>
          </a:lstStyle>
          <a:p>
            <a:r>
              <a:rPr lang="en-AU"/>
              <a:t>OFFICE | FACULTY | DEPARTMENT</a:t>
            </a:r>
          </a:p>
        </p:txBody>
      </p:sp>
      <p:sp>
        <p:nvSpPr>
          <p:cNvPr id="6" name="Slide Number Placeholder 5"/>
          <p:cNvSpPr>
            <a:spLocks noGrp="1"/>
          </p:cNvSpPr>
          <p:nvPr>
            <p:ph type="sldNum" sz="quarter" idx="12"/>
          </p:nvPr>
        </p:nvSpPr>
        <p:spPr>
          <a:xfrm>
            <a:off x="8229599" y="6381330"/>
            <a:ext cx="409575" cy="365125"/>
          </a:xfrm>
        </p:spPr>
        <p:txBody>
          <a:bodyPr/>
          <a:lstStyle/>
          <a:p>
            <a:fld id="{D9C42BCC-44E8-4F98-A8FE-EAF16D8C1E6E}" type="slidenum">
              <a:rPr lang="en-AU" smtClean="0"/>
              <a:t>‹#›</a:t>
            </a:fld>
            <a:endParaRPr lang="en-AU"/>
          </a:p>
        </p:txBody>
      </p:sp>
      <p:sp>
        <p:nvSpPr>
          <p:cNvPr id="8" name="Title 1">
            <a:extLst>
              <a:ext uri="{FF2B5EF4-FFF2-40B4-BE49-F238E27FC236}">
                <a16:creationId xmlns:a16="http://schemas.microsoft.com/office/drawing/2014/main" id="{ABB5DC82-B2A4-4F4A-B4D6-8BCF8521D55A}"/>
              </a:ext>
            </a:extLst>
          </p:cNvPr>
          <p:cNvSpPr>
            <a:spLocks noGrp="1"/>
          </p:cNvSpPr>
          <p:nvPr>
            <p:ph type="title" hasCustomPrompt="1"/>
          </p:nvPr>
        </p:nvSpPr>
        <p:spPr>
          <a:xfrm>
            <a:off x="540000" y="800670"/>
            <a:ext cx="6407150" cy="409666"/>
          </a:xfrm>
        </p:spPr>
        <p:txBody>
          <a:bodyPr/>
          <a:lstStyle/>
          <a:p>
            <a:r>
              <a:rPr lang="en-US"/>
              <a:t>Click to edit master title style</a:t>
            </a:r>
            <a:endParaRPr lang="en-AU"/>
          </a:p>
        </p:txBody>
      </p:sp>
      <p:sp>
        <p:nvSpPr>
          <p:cNvPr id="9" name="Text Placeholder 16">
            <a:extLst>
              <a:ext uri="{FF2B5EF4-FFF2-40B4-BE49-F238E27FC236}">
                <a16:creationId xmlns:a16="http://schemas.microsoft.com/office/drawing/2014/main" id="{2B365BC7-3ED5-4D4B-ACA5-9BC106872492}"/>
              </a:ext>
            </a:extLst>
          </p:cNvPr>
          <p:cNvSpPr>
            <a:spLocks noGrp="1"/>
          </p:cNvSpPr>
          <p:nvPr>
            <p:ph type="body" sz="quarter" idx="15" hasCustomPrompt="1"/>
          </p:nvPr>
        </p:nvSpPr>
        <p:spPr>
          <a:xfrm>
            <a:off x="540001" y="1210336"/>
            <a:ext cx="6407150" cy="325166"/>
          </a:xfrm>
        </p:spPr>
        <p:txBody>
          <a:bodyPr/>
          <a:lstStyle>
            <a:lvl1pPr marL="0" indent="0">
              <a:buNone/>
              <a:defRPr cap="all" baseline="0">
                <a:solidFill>
                  <a:schemeClr val="accent1"/>
                </a:solidFill>
                <a:latin typeface="+mj-lt"/>
              </a:defRPr>
            </a:lvl1pPr>
          </a:lstStyle>
          <a:p>
            <a:pPr lvl="0"/>
            <a:r>
              <a:rPr lang="en-AU"/>
              <a:t>Click to ADD SUBTITLE</a:t>
            </a:r>
          </a:p>
        </p:txBody>
      </p:sp>
    </p:spTree>
    <p:extLst>
      <p:ext uri="{BB962C8B-B14F-4D97-AF65-F5344CB8AC3E}">
        <p14:creationId xmlns:p14="http://schemas.microsoft.com/office/powerpoint/2010/main" val="808700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540000" y="6381330"/>
            <a:ext cx="4032448" cy="365125"/>
          </a:xfrm>
        </p:spPr>
        <p:txBody>
          <a:bodyPr/>
          <a:lstStyle>
            <a:lvl1pPr algn="l">
              <a:defRPr sz="1050"/>
            </a:lvl1pPr>
          </a:lstStyle>
          <a:p>
            <a:r>
              <a:rPr lang="en-AU"/>
              <a:t>OFFICE | FACULTY | DEPARTMENT</a:t>
            </a:r>
          </a:p>
        </p:txBody>
      </p:sp>
      <p:sp>
        <p:nvSpPr>
          <p:cNvPr id="6" name="Slide Number Placeholder 5"/>
          <p:cNvSpPr>
            <a:spLocks noGrp="1"/>
          </p:cNvSpPr>
          <p:nvPr>
            <p:ph type="sldNum" sz="quarter" idx="12"/>
          </p:nvPr>
        </p:nvSpPr>
        <p:spPr>
          <a:xfrm>
            <a:off x="8333117" y="6381330"/>
            <a:ext cx="306058" cy="365125"/>
          </a:xfrm>
        </p:spPr>
        <p:txBody>
          <a:bodyPr/>
          <a:lstStyle/>
          <a:p>
            <a:fld id="{D9C42BCC-44E8-4F98-A8FE-EAF16D8C1E6E}" type="slidenum">
              <a:rPr lang="en-AU" smtClean="0"/>
              <a:t>‹#›</a:t>
            </a:fld>
            <a:endParaRPr lang="en-AU"/>
          </a:p>
        </p:txBody>
      </p:sp>
      <p:sp>
        <p:nvSpPr>
          <p:cNvPr id="4" name="Picture Placeholder 3"/>
          <p:cNvSpPr>
            <a:spLocks noGrp="1"/>
          </p:cNvSpPr>
          <p:nvPr>
            <p:ph type="pic" sz="quarter" idx="16"/>
          </p:nvPr>
        </p:nvSpPr>
        <p:spPr>
          <a:xfrm>
            <a:off x="540000" y="1620000"/>
            <a:ext cx="8064000" cy="4525200"/>
          </a:xfrm>
        </p:spPr>
        <p:txBody>
          <a:bodyPr/>
          <a:lstStyle/>
          <a:p>
            <a:r>
              <a:rPr lang="en-US"/>
              <a:t>Click icon to add picture</a:t>
            </a:r>
            <a:endParaRPr lang="en-AU"/>
          </a:p>
        </p:txBody>
      </p:sp>
      <p:sp>
        <p:nvSpPr>
          <p:cNvPr id="8" name="Title 1">
            <a:extLst>
              <a:ext uri="{FF2B5EF4-FFF2-40B4-BE49-F238E27FC236}">
                <a16:creationId xmlns:a16="http://schemas.microsoft.com/office/drawing/2014/main" id="{BAB299D0-3FB3-47A0-8E8E-664904B8B932}"/>
              </a:ext>
            </a:extLst>
          </p:cNvPr>
          <p:cNvSpPr>
            <a:spLocks noGrp="1"/>
          </p:cNvSpPr>
          <p:nvPr>
            <p:ph type="title" hasCustomPrompt="1"/>
          </p:nvPr>
        </p:nvSpPr>
        <p:spPr>
          <a:xfrm>
            <a:off x="540000" y="800670"/>
            <a:ext cx="6407150" cy="409666"/>
          </a:xfrm>
        </p:spPr>
        <p:txBody>
          <a:bodyPr/>
          <a:lstStyle/>
          <a:p>
            <a:r>
              <a:rPr lang="en-US"/>
              <a:t>Click to edit master title style</a:t>
            </a:r>
            <a:endParaRPr lang="en-AU"/>
          </a:p>
        </p:txBody>
      </p:sp>
      <p:sp>
        <p:nvSpPr>
          <p:cNvPr id="9" name="Text Placeholder 16">
            <a:extLst>
              <a:ext uri="{FF2B5EF4-FFF2-40B4-BE49-F238E27FC236}">
                <a16:creationId xmlns:a16="http://schemas.microsoft.com/office/drawing/2014/main" id="{E480BE62-2A52-4482-8016-C8AE71B15461}"/>
              </a:ext>
            </a:extLst>
          </p:cNvPr>
          <p:cNvSpPr>
            <a:spLocks noGrp="1"/>
          </p:cNvSpPr>
          <p:nvPr>
            <p:ph type="body" sz="quarter" idx="15" hasCustomPrompt="1"/>
          </p:nvPr>
        </p:nvSpPr>
        <p:spPr>
          <a:xfrm>
            <a:off x="540001" y="1210336"/>
            <a:ext cx="6407150" cy="325166"/>
          </a:xfrm>
        </p:spPr>
        <p:txBody>
          <a:bodyPr/>
          <a:lstStyle>
            <a:lvl1pPr marL="0" indent="0">
              <a:buNone/>
              <a:defRPr cap="all" baseline="0">
                <a:solidFill>
                  <a:schemeClr val="accent1"/>
                </a:solidFill>
                <a:latin typeface="+mj-lt"/>
              </a:defRPr>
            </a:lvl1pPr>
          </a:lstStyle>
          <a:p>
            <a:pPr lvl="0"/>
            <a:r>
              <a:rPr lang="en-AU"/>
              <a:t>Click to ADD SUBTITLE</a:t>
            </a:r>
          </a:p>
        </p:txBody>
      </p:sp>
    </p:spTree>
    <p:extLst>
      <p:ext uri="{BB962C8B-B14F-4D97-AF65-F5344CB8AC3E}">
        <p14:creationId xmlns:p14="http://schemas.microsoft.com/office/powerpoint/2010/main" val="2292518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67544" y="6385522"/>
            <a:ext cx="4104456" cy="365125"/>
          </a:xfrm>
        </p:spPr>
        <p:txBody>
          <a:bodyPr/>
          <a:lstStyle/>
          <a:p>
            <a:r>
              <a:rPr lang="en-AU"/>
              <a:t>OFFICE | FACULTY | DEPARTMENT</a:t>
            </a:r>
          </a:p>
        </p:txBody>
      </p:sp>
      <p:sp>
        <p:nvSpPr>
          <p:cNvPr id="4" name="Slide Number Placeholder 3"/>
          <p:cNvSpPr>
            <a:spLocks noGrp="1"/>
          </p:cNvSpPr>
          <p:nvPr>
            <p:ph type="sldNum" sz="quarter" idx="12"/>
          </p:nvPr>
        </p:nvSpPr>
        <p:spPr>
          <a:xfrm>
            <a:off x="8272731" y="6385523"/>
            <a:ext cx="362311" cy="361008"/>
          </a:xfrm>
        </p:spPr>
        <p:txBody>
          <a:bodyPr/>
          <a:lstStyle/>
          <a:p>
            <a:fld id="{D9C42BCC-44E8-4F98-A8FE-EAF16D8C1E6E}" type="slidenum">
              <a:rPr lang="en-AU" smtClean="0"/>
              <a:t>‹#›</a:t>
            </a:fld>
            <a:endParaRPr lang="en-AU"/>
          </a:p>
        </p:txBody>
      </p:sp>
    </p:spTree>
    <p:extLst>
      <p:ext uri="{BB962C8B-B14F-4D97-AF65-F5344CB8AC3E}">
        <p14:creationId xmlns:p14="http://schemas.microsoft.com/office/powerpoint/2010/main" val="1533296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large text">
    <p:spTree>
      <p:nvGrpSpPr>
        <p:cNvPr id="1" name=""/>
        <p:cNvGrpSpPr/>
        <p:nvPr/>
      </p:nvGrpSpPr>
      <p:grpSpPr>
        <a:xfrm>
          <a:off x="0" y="0"/>
          <a:ext cx="0" cy="0"/>
          <a:chOff x="0" y="0"/>
          <a:chExt cx="0" cy="0"/>
        </a:xfrm>
      </p:grpSpPr>
      <p:grpSp>
        <p:nvGrpSpPr>
          <p:cNvPr id="163" name="Group 162"/>
          <p:cNvGrpSpPr/>
          <p:nvPr userDrawn="1"/>
        </p:nvGrpSpPr>
        <p:grpSpPr>
          <a:xfrm>
            <a:off x="200038" y="0"/>
            <a:ext cx="8936222" cy="2274888"/>
            <a:chOff x="533400" y="0"/>
            <a:chExt cx="23828375" cy="4549775"/>
          </a:xfrm>
        </p:grpSpPr>
        <p:sp>
          <p:nvSpPr>
            <p:cNvPr id="164" name="AutoShape 1"/>
            <p:cNvSpPr>
              <a:spLocks/>
            </p:cNvSpPr>
            <p:nvPr userDrawn="1"/>
          </p:nvSpPr>
          <p:spPr bwMode="auto">
            <a:xfrm>
              <a:off x="5118100" y="0"/>
              <a:ext cx="511175" cy="450850"/>
            </a:xfrm>
            <a:custGeom>
              <a:avLst/>
              <a:gdLst/>
              <a:ahLst/>
              <a:cxnLst/>
              <a:rect l="0" t="0" r="r" b="b"/>
              <a:pathLst>
                <a:path w="21600" h="21600">
                  <a:moveTo>
                    <a:pt x="0" y="0"/>
                  </a:moveTo>
                  <a:lnTo>
                    <a:pt x="66" y="21600"/>
                  </a:lnTo>
                  <a:lnTo>
                    <a:pt x="21600" y="21515"/>
                  </a:lnTo>
                  <a:lnTo>
                    <a:pt x="21534" y="0"/>
                  </a:lnTo>
                  <a:cubicBezTo>
                    <a:pt x="21534" y="0"/>
                    <a:pt x="0" y="0"/>
                    <a:pt x="0" y="0"/>
                  </a:cubicBezTo>
                  <a:close/>
                  <a:moveTo>
                    <a:pt x="0"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65" name="AutoShape 2"/>
            <p:cNvSpPr>
              <a:spLocks/>
            </p:cNvSpPr>
            <p:nvPr userDrawn="1"/>
          </p:nvSpPr>
          <p:spPr bwMode="auto">
            <a:xfrm>
              <a:off x="3581400" y="0"/>
              <a:ext cx="511175" cy="457200"/>
            </a:xfrm>
            <a:custGeom>
              <a:avLst/>
              <a:gdLst/>
              <a:ahLst/>
              <a:cxnLst/>
              <a:rect l="0" t="0" r="r" b="b"/>
              <a:pathLst>
                <a:path w="21600" h="21600">
                  <a:moveTo>
                    <a:pt x="0" y="0"/>
                  </a:moveTo>
                  <a:lnTo>
                    <a:pt x="68" y="21600"/>
                  </a:lnTo>
                  <a:lnTo>
                    <a:pt x="21600" y="21516"/>
                  </a:lnTo>
                  <a:lnTo>
                    <a:pt x="21533" y="0"/>
                  </a:lnTo>
                  <a:cubicBezTo>
                    <a:pt x="21533" y="0"/>
                    <a:pt x="0" y="0"/>
                    <a:pt x="0" y="0"/>
                  </a:cubicBezTo>
                  <a:close/>
                  <a:moveTo>
                    <a:pt x="0"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66" name="AutoShape 3"/>
            <p:cNvSpPr>
              <a:spLocks/>
            </p:cNvSpPr>
            <p:nvPr userDrawn="1"/>
          </p:nvSpPr>
          <p:spPr bwMode="auto">
            <a:xfrm>
              <a:off x="4610100" y="965200"/>
              <a:ext cx="511175" cy="511175"/>
            </a:xfrm>
            <a:custGeom>
              <a:avLst/>
              <a:gdLst/>
              <a:ahLst/>
              <a:cxnLst/>
              <a:rect l="0" t="0" r="r" b="b"/>
              <a:pathLst>
                <a:path w="21600" h="21600">
                  <a:moveTo>
                    <a:pt x="21525" y="0"/>
                  </a:moveTo>
                  <a:lnTo>
                    <a:pt x="21600" y="21525"/>
                  </a:lnTo>
                  <a:lnTo>
                    <a:pt x="75"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67" name="AutoShape 4"/>
            <p:cNvSpPr>
              <a:spLocks/>
            </p:cNvSpPr>
            <p:nvPr userDrawn="1"/>
          </p:nvSpPr>
          <p:spPr bwMode="auto">
            <a:xfrm>
              <a:off x="533400" y="40386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69" name="AutoShape 6"/>
            <p:cNvSpPr>
              <a:spLocks/>
            </p:cNvSpPr>
            <p:nvPr userDrawn="1"/>
          </p:nvSpPr>
          <p:spPr bwMode="auto">
            <a:xfrm>
              <a:off x="16700500" y="25400"/>
              <a:ext cx="511175" cy="477838"/>
            </a:xfrm>
            <a:custGeom>
              <a:avLst/>
              <a:gdLst/>
              <a:ahLst/>
              <a:cxnLst/>
              <a:rect l="0" t="0" r="r" b="b"/>
              <a:pathLst>
                <a:path w="21600" h="21600">
                  <a:moveTo>
                    <a:pt x="0" y="0"/>
                  </a:moveTo>
                  <a:lnTo>
                    <a:pt x="71" y="21600"/>
                  </a:lnTo>
                  <a:lnTo>
                    <a:pt x="21600" y="21520"/>
                  </a:lnTo>
                  <a:lnTo>
                    <a:pt x="21530" y="0"/>
                  </a:lnTo>
                  <a:cubicBezTo>
                    <a:pt x="21530" y="0"/>
                    <a:pt x="0" y="0"/>
                    <a:pt x="0" y="0"/>
                  </a:cubicBezTo>
                  <a:close/>
                  <a:moveTo>
                    <a:pt x="0" y="0"/>
                  </a:moveTo>
                </a:path>
              </a:pathLst>
            </a:custGeom>
            <a:solidFill>
              <a:srgbClr val="FFFFFF"/>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70" name="AutoShape 7"/>
            <p:cNvSpPr>
              <a:spLocks/>
            </p:cNvSpPr>
            <p:nvPr userDrawn="1"/>
          </p:nvSpPr>
          <p:spPr bwMode="auto">
            <a:xfrm>
              <a:off x="16192500" y="25400"/>
              <a:ext cx="511175" cy="479425"/>
            </a:xfrm>
            <a:custGeom>
              <a:avLst/>
              <a:gdLst/>
              <a:ahLst/>
              <a:cxnLst/>
              <a:rect l="0" t="0" r="r" b="b"/>
              <a:pathLst>
                <a:path w="21600" h="21600">
                  <a:moveTo>
                    <a:pt x="0" y="0"/>
                  </a:moveTo>
                  <a:lnTo>
                    <a:pt x="71" y="21600"/>
                  </a:lnTo>
                  <a:lnTo>
                    <a:pt x="21600" y="21519"/>
                  </a:lnTo>
                  <a:lnTo>
                    <a:pt x="21529" y="0"/>
                  </a:lnTo>
                  <a:cubicBezTo>
                    <a:pt x="21529" y="0"/>
                    <a:pt x="0" y="0"/>
                    <a:pt x="0" y="0"/>
                  </a:cubicBezTo>
                  <a:close/>
                  <a:moveTo>
                    <a:pt x="0" y="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71" name="AutoShape 8"/>
            <p:cNvSpPr>
              <a:spLocks/>
            </p:cNvSpPr>
            <p:nvPr userDrawn="1"/>
          </p:nvSpPr>
          <p:spPr bwMode="auto">
            <a:xfrm>
              <a:off x="20789900" y="4826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72" name="AutoShape 9"/>
            <p:cNvSpPr>
              <a:spLocks/>
            </p:cNvSpPr>
            <p:nvPr userDrawn="1"/>
          </p:nvSpPr>
          <p:spPr bwMode="auto">
            <a:xfrm>
              <a:off x="15684500" y="4953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73" name="AutoShape 10"/>
            <p:cNvSpPr>
              <a:spLocks/>
            </p:cNvSpPr>
            <p:nvPr userDrawn="1"/>
          </p:nvSpPr>
          <p:spPr bwMode="auto">
            <a:xfrm>
              <a:off x="14655800" y="5080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74" name="AutoShape 11"/>
            <p:cNvSpPr>
              <a:spLocks/>
            </p:cNvSpPr>
            <p:nvPr userDrawn="1"/>
          </p:nvSpPr>
          <p:spPr bwMode="auto">
            <a:xfrm>
              <a:off x="19253200" y="10033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75" name="AutoShape 12"/>
            <p:cNvSpPr>
              <a:spLocks/>
            </p:cNvSpPr>
            <p:nvPr userDrawn="1"/>
          </p:nvSpPr>
          <p:spPr bwMode="auto">
            <a:xfrm>
              <a:off x="21297900" y="1497013"/>
              <a:ext cx="511175" cy="512762"/>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76" name="AutoShape 13"/>
            <p:cNvSpPr>
              <a:spLocks/>
            </p:cNvSpPr>
            <p:nvPr userDrawn="1"/>
          </p:nvSpPr>
          <p:spPr bwMode="auto">
            <a:xfrm>
              <a:off x="20281900" y="15113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77" name="AutoShape 14"/>
            <p:cNvSpPr>
              <a:spLocks/>
            </p:cNvSpPr>
            <p:nvPr userDrawn="1"/>
          </p:nvSpPr>
          <p:spPr bwMode="auto">
            <a:xfrm>
              <a:off x="19253200" y="1509713"/>
              <a:ext cx="511175" cy="512762"/>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78" name="AutoShape 15"/>
            <p:cNvSpPr>
              <a:spLocks/>
            </p:cNvSpPr>
            <p:nvPr userDrawn="1"/>
          </p:nvSpPr>
          <p:spPr bwMode="auto">
            <a:xfrm>
              <a:off x="17729200" y="1509713"/>
              <a:ext cx="511175" cy="512762"/>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79" name="AutoShape 16"/>
            <p:cNvSpPr>
              <a:spLocks/>
            </p:cNvSpPr>
            <p:nvPr userDrawn="1"/>
          </p:nvSpPr>
          <p:spPr bwMode="auto">
            <a:xfrm>
              <a:off x="15176500" y="15240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80" name="AutoShape 17"/>
            <p:cNvSpPr>
              <a:spLocks/>
            </p:cNvSpPr>
            <p:nvPr userDrawn="1"/>
          </p:nvSpPr>
          <p:spPr bwMode="auto">
            <a:xfrm>
              <a:off x="20789900" y="20193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81" name="AutoShape 18"/>
            <p:cNvSpPr>
              <a:spLocks/>
            </p:cNvSpPr>
            <p:nvPr userDrawn="1"/>
          </p:nvSpPr>
          <p:spPr bwMode="auto">
            <a:xfrm>
              <a:off x="18745200" y="20193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82" name="AutoShape 19"/>
            <p:cNvSpPr>
              <a:spLocks/>
            </p:cNvSpPr>
            <p:nvPr userDrawn="1"/>
          </p:nvSpPr>
          <p:spPr bwMode="auto">
            <a:xfrm>
              <a:off x="21297900" y="25273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rgbClr val="FFFFFF"/>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83" name="AutoShape 20"/>
            <p:cNvSpPr>
              <a:spLocks/>
            </p:cNvSpPr>
            <p:nvPr userDrawn="1"/>
          </p:nvSpPr>
          <p:spPr bwMode="auto">
            <a:xfrm>
              <a:off x="20789900" y="25273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84" name="AutoShape 21"/>
            <p:cNvSpPr>
              <a:spLocks/>
            </p:cNvSpPr>
            <p:nvPr userDrawn="1"/>
          </p:nvSpPr>
          <p:spPr bwMode="auto">
            <a:xfrm>
              <a:off x="23850600" y="3022600"/>
              <a:ext cx="511175" cy="479425"/>
            </a:xfrm>
            <a:custGeom>
              <a:avLst/>
              <a:gdLst/>
              <a:ahLst/>
              <a:cxnLst/>
              <a:rect l="0" t="0" r="r" b="b"/>
              <a:pathLst>
                <a:path w="21600" h="21600">
                  <a:moveTo>
                    <a:pt x="0" y="80"/>
                  </a:moveTo>
                  <a:lnTo>
                    <a:pt x="71" y="21600"/>
                  </a:lnTo>
                  <a:lnTo>
                    <a:pt x="21600" y="21600"/>
                  </a:lnTo>
                  <a:lnTo>
                    <a:pt x="21529" y="0"/>
                  </a:lnTo>
                  <a:cubicBezTo>
                    <a:pt x="21529" y="0"/>
                    <a:pt x="0" y="80"/>
                    <a:pt x="0" y="80"/>
                  </a:cubicBezTo>
                  <a:close/>
                  <a:moveTo>
                    <a:pt x="0" y="80"/>
                  </a:moveTo>
                </a:path>
              </a:pathLst>
            </a:custGeom>
            <a:solidFill>
              <a:srgbClr val="FFFFFF"/>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85" name="AutoShape 22"/>
            <p:cNvSpPr>
              <a:spLocks/>
            </p:cNvSpPr>
            <p:nvPr userDrawn="1"/>
          </p:nvSpPr>
          <p:spPr bwMode="auto">
            <a:xfrm>
              <a:off x="23342600" y="3021013"/>
              <a:ext cx="511175" cy="479425"/>
            </a:xfrm>
            <a:custGeom>
              <a:avLst/>
              <a:gdLst/>
              <a:ahLst/>
              <a:cxnLst/>
              <a:rect l="0" t="0" r="r" b="b"/>
              <a:pathLst>
                <a:path w="21600" h="21600">
                  <a:moveTo>
                    <a:pt x="0" y="80"/>
                  </a:moveTo>
                  <a:lnTo>
                    <a:pt x="70" y="21600"/>
                  </a:lnTo>
                  <a:lnTo>
                    <a:pt x="21600" y="21600"/>
                  </a:lnTo>
                  <a:lnTo>
                    <a:pt x="21529" y="0"/>
                  </a:lnTo>
                  <a:cubicBezTo>
                    <a:pt x="21529" y="0"/>
                    <a:pt x="0" y="80"/>
                    <a:pt x="0" y="80"/>
                  </a:cubicBezTo>
                  <a:close/>
                  <a:moveTo>
                    <a:pt x="0" y="8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grpSp>
      <p:sp>
        <p:nvSpPr>
          <p:cNvPr id="2" name="Title 1"/>
          <p:cNvSpPr>
            <a:spLocks noGrp="1"/>
          </p:cNvSpPr>
          <p:nvPr userDrawn="1">
            <p:ph type="ctrTitle"/>
          </p:nvPr>
        </p:nvSpPr>
        <p:spPr>
          <a:xfrm>
            <a:off x="504521" y="1205942"/>
            <a:ext cx="3918168" cy="1046440"/>
          </a:xfrm>
        </p:spPr>
        <p:txBody>
          <a:bodyPr lIns="0" tIns="0" rIns="0" bIns="0" anchor="t" anchorCtr="0">
            <a:noAutofit/>
          </a:bodyPr>
          <a:lstStyle>
            <a:lvl1pPr marL="0" indent="0" algn="l">
              <a:lnSpc>
                <a:spcPts val="2475"/>
              </a:lnSpc>
              <a:tabLst>
                <a:tab pos="946547" algn="l"/>
                <a:tab pos="1398984" algn="l"/>
              </a:tabLst>
              <a:defRPr sz="2250">
                <a:solidFill>
                  <a:schemeClr val="accent1"/>
                </a:solidFill>
              </a:defRPr>
            </a:lvl1pPr>
          </a:lstStyle>
          <a:p>
            <a:r>
              <a:rPr lang="en-US"/>
              <a:t>Click to edit Master title style</a:t>
            </a:r>
          </a:p>
        </p:txBody>
      </p:sp>
      <p:sp>
        <p:nvSpPr>
          <p:cNvPr id="162" name="Text Placeholder 5"/>
          <p:cNvSpPr>
            <a:spLocks noGrp="1"/>
          </p:cNvSpPr>
          <p:nvPr>
            <p:ph type="body" sz="quarter" idx="12"/>
          </p:nvPr>
        </p:nvSpPr>
        <p:spPr>
          <a:xfrm>
            <a:off x="257192" y="2370326"/>
            <a:ext cx="8194877" cy="2915117"/>
          </a:xfrm>
        </p:spPr>
        <p:txBody>
          <a:bodyPr lIns="0" tIns="0" rIns="0" bIns="0" numCol="1" spcCol="720000">
            <a:noAutofit/>
          </a:bodyPr>
          <a:lstStyle>
            <a:lvl1pPr marL="255984" indent="0">
              <a:lnSpc>
                <a:spcPct val="100000"/>
              </a:lnSpc>
              <a:spcBef>
                <a:spcPts val="450"/>
              </a:spcBef>
              <a:spcAft>
                <a:spcPts val="225"/>
              </a:spcAft>
              <a:buNone/>
              <a:tabLst/>
              <a:defRPr sz="1500">
                <a:solidFill>
                  <a:schemeClr val="tx1"/>
                </a:solidFill>
              </a:defRPr>
            </a:lvl1pPr>
            <a:lvl2pPr marL="238125" indent="-238125">
              <a:lnSpc>
                <a:spcPct val="100000"/>
              </a:lnSpc>
              <a:spcBef>
                <a:spcPts val="450"/>
              </a:spcBef>
              <a:spcAft>
                <a:spcPts val="225"/>
              </a:spcAft>
              <a:buClr>
                <a:schemeClr val="accent1"/>
              </a:buClr>
              <a:buFont typeface="Arial" charset="0"/>
              <a:buChar char="•"/>
              <a:tabLst/>
              <a:defRPr sz="1500">
                <a:solidFill>
                  <a:schemeClr val="tx1"/>
                </a:solidFill>
              </a:defRPr>
            </a:lvl2pPr>
            <a:lvl3pPr marL="404813" indent="-136922">
              <a:lnSpc>
                <a:spcPct val="100000"/>
              </a:lnSpc>
              <a:spcBef>
                <a:spcPts val="450"/>
              </a:spcBef>
              <a:spcAft>
                <a:spcPts val="225"/>
              </a:spcAft>
              <a:buClr>
                <a:schemeClr val="tx1"/>
              </a:buClr>
              <a:tabLst/>
              <a:defRPr sz="1500">
                <a:solidFill>
                  <a:schemeClr val="tx1"/>
                </a:solidFill>
              </a:defRPr>
            </a:lvl3pPr>
            <a:lvl4pPr marL="619125" indent="-196453">
              <a:lnSpc>
                <a:spcPct val="100000"/>
              </a:lnSpc>
              <a:spcBef>
                <a:spcPts val="450"/>
              </a:spcBef>
              <a:spcAft>
                <a:spcPts val="0"/>
              </a:spcAft>
              <a:buFont typeface=".AppleSystemUIFont" charset="-120"/>
              <a:buChar char="–"/>
              <a:tabLst/>
              <a:defRPr sz="1500">
                <a:solidFill>
                  <a:schemeClr val="tx1"/>
                </a:solidFill>
              </a:defRPr>
            </a:lvl4pPr>
            <a:lvl5pPr marL="619125" indent="-214313">
              <a:lnSpc>
                <a:spcPct val="100000"/>
              </a:lnSpc>
              <a:spcBef>
                <a:spcPts val="450"/>
              </a:spcBef>
              <a:buFont typeface="+mj-lt"/>
              <a:buAutoNum type="arabicPeriod"/>
              <a:tabLst/>
              <a:defRPr sz="15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6" name="Text Placeholder 9"/>
          <p:cNvSpPr>
            <a:spLocks noGrp="1"/>
          </p:cNvSpPr>
          <p:nvPr>
            <p:ph type="body" sz="quarter" idx="11"/>
          </p:nvPr>
        </p:nvSpPr>
        <p:spPr>
          <a:xfrm>
            <a:off x="245160" y="294774"/>
            <a:ext cx="4051365" cy="269082"/>
          </a:xfrm>
        </p:spPr>
        <p:txBody>
          <a:bodyPr lIns="0" tIns="0" rIns="0" bIns="0" anchor="ctr" anchorCtr="0">
            <a:noAutofit/>
          </a:bodyPr>
          <a:lstStyle>
            <a:lvl1pPr marL="0" indent="0">
              <a:buNone/>
              <a:defRPr sz="525" cap="all" baseline="0">
                <a:solidFill>
                  <a:schemeClr val="accent1"/>
                </a:solidFill>
              </a:defRPr>
            </a:lvl1pPr>
          </a:lstStyle>
          <a:p>
            <a:pPr lvl="0"/>
            <a:r>
              <a:rPr lang="en-US"/>
              <a:t>Click to edit Master text styles</a:t>
            </a:r>
          </a:p>
        </p:txBody>
      </p:sp>
      <p:sp>
        <p:nvSpPr>
          <p:cNvPr id="187" name="TextBox 186"/>
          <p:cNvSpPr txBox="1"/>
          <p:nvPr userDrawn="1"/>
        </p:nvSpPr>
        <p:spPr>
          <a:xfrm>
            <a:off x="8008245" y="372036"/>
            <a:ext cx="878584" cy="80791"/>
          </a:xfrm>
          <a:prstGeom prst="rect">
            <a:avLst/>
          </a:prstGeom>
          <a:noFill/>
        </p:spPr>
        <p:txBody>
          <a:bodyPr wrap="square" lIns="0" tIns="0" rIns="0" bIns="0" rtlCol="0">
            <a:spAutoFit/>
          </a:bodyPr>
          <a:lstStyle/>
          <a:p>
            <a:pPr marL="0" marR="0" lvl="0" indent="0" algn="r" defTabSz="685766" rtl="0" eaLnBrk="1" fontAlgn="auto" latinLnBrk="0" hangingPunct="1">
              <a:lnSpc>
                <a:spcPct val="100000"/>
              </a:lnSpc>
              <a:spcBef>
                <a:spcPts val="0"/>
              </a:spcBef>
              <a:spcAft>
                <a:spcPts val="0"/>
              </a:spcAft>
              <a:buClrTx/>
              <a:buSzTx/>
              <a:buFontTx/>
              <a:buNone/>
              <a:tabLst/>
              <a:defRPr/>
            </a:pPr>
            <a:fld id="{15B00FCE-1FC4-5243-BFE3-0A2F0D5084C4}" type="slidenum">
              <a:rPr lang="en-US" sz="525" smtClean="0">
                <a:solidFill>
                  <a:schemeClr val="accent1"/>
                </a:solidFill>
              </a:rPr>
              <a:pPr marL="0" marR="0" lvl="0" indent="0" algn="r" defTabSz="685766" rtl="0" eaLnBrk="1" fontAlgn="auto" latinLnBrk="0" hangingPunct="1">
                <a:lnSpc>
                  <a:spcPct val="100000"/>
                </a:lnSpc>
                <a:spcBef>
                  <a:spcPts val="0"/>
                </a:spcBef>
                <a:spcAft>
                  <a:spcPts val="0"/>
                </a:spcAft>
                <a:buClrTx/>
                <a:buSzTx/>
                <a:buFontTx/>
                <a:buNone/>
                <a:tabLst/>
                <a:defRPr/>
              </a:pPr>
              <a:t>‹#›</a:t>
            </a:fld>
            <a:endParaRPr lang="en-US" sz="525">
              <a:solidFill>
                <a:schemeClr val="accent1"/>
              </a:solidFill>
            </a:endParaRPr>
          </a:p>
        </p:txBody>
      </p:sp>
    </p:spTree>
    <p:extLst>
      <p:ext uri="{BB962C8B-B14F-4D97-AF65-F5344CB8AC3E}">
        <p14:creationId xmlns:p14="http://schemas.microsoft.com/office/powerpoint/2010/main" val="34653857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large text">
    <p:spTree>
      <p:nvGrpSpPr>
        <p:cNvPr id="1" name=""/>
        <p:cNvGrpSpPr/>
        <p:nvPr/>
      </p:nvGrpSpPr>
      <p:grpSpPr>
        <a:xfrm>
          <a:off x="0" y="0"/>
          <a:ext cx="0" cy="0"/>
          <a:chOff x="0" y="0"/>
          <a:chExt cx="0" cy="0"/>
        </a:xfrm>
      </p:grpSpPr>
      <p:grpSp>
        <p:nvGrpSpPr>
          <p:cNvPr id="7" name="Group 6"/>
          <p:cNvGrpSpPr/>
          <p:nvPr userDrawn="1"/>
        </p:nvGrpSpPr>
        <p:grpSpPr>
          <a:xfrm>
            <a:off x="323871" y="6076950"/>
            <a:ext cx="8588537" cy="515938"/>
            <a:chOff x="863600" y="12153900"/>
            <a:chExt cx="22901275" cy="1031875"/>
          </a:xfrm>
        </p:grpSpPr>
        <p:sp>
          <p:nvSpPr>
            <p:cNvPr id="30" name="AutoShape 1"/>
            <p:cNvSpPr>
              <a:spLocks/>
            </p:cNvSpPr>
            <p:nvPr userDrawn="1"/>
          </p:nvSpPr>
          <p:spPr bwMode="auto">
            <a:xfrm>
              <a:off x="863600" y="127127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31" name="AutoShape 2"/>
            <p:cNvSpPr>
              <a:spLocks/>
            </p:cNvSpPr>
            <p:nvPr userDrawn="1"/>
          </p:nvSpPr>
          <p:spPr bwMode="auto">
            <a:xfrm>
              <a:off x="990600" y="125984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FFFFFF"/>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32" name="AutoShape 3"/>
            <p:cNvSpPr>
              <a:spLocks/>
            </p:cNvSpPr>
            <p:nvPr userDrawn="1"/>
          </p:nvSpPr>
          <p:spPr bwMode="auto">
            <a:xfrm>
              <a:off x="1219200" y="125984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33" name="AutoShape 4"/>
            <p:cNvSpPr>
              <a:spLocks/>
            </p:cNvSpPr>
            <p:nvPr userDrawn="1"/>
          </p:nvSpPr>
          <p:spPr bwMode="auto">
            <a:xfrm>
              <a:off x="1219200" y="122428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34" name="AutoShape 5"/>
            <p:cNvSpPr>
              <a:spLocks/>
            </p:cNvSpPr>
            <p:nvPr userDrawn="1"/>
          </p:nvSpPr>
          <p:spPr bwMode="auto">
            <a:xfrm>
              <a:off x="1219200" y="12153900"/>
              <a:ext cx="117475" cy="90488"/>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35" name="AutoShape 6"/>
            <p:cNvSpPr>
              <a:spLocks/>
            </p:cNvSpPr>
            <p:nvPr userDrawn="1"/>
          </p:nvSpPr>
          <p:spPr bwMode="auto">
            <a:xfrm>
              <a:off x="1346200" y="124714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36" name="AutoShape 7"/>
            <p:cNvSpPr>
              <a:spLocks/>
            </p:cNvSpPr>
            <p:nvPr userDrawn="1"/>
          </p:nvSpPr>
          <p:spPr bwMode="auto">
            <a:xfrm>
              <a:off x="1346200" y="123571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37" name="AutoShape 8"/>
            <p:cNvSpPr>
              <a:spLocks/>
            </p:cNvSpPr>
            <p:nvPr userDrawn="1"/>
          </p:nvSpPr>
          <p:spPr bwMode="auto">
            <a:xfrm>
              <a:off x="1346200" y="122428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38" name="AutoShape 9"/>
            <p:cNvSpPr>
              <a:spLocks/>
            </p:cNvSpPr>
            <p:nvPr userDrawn="1"/>
          </p:nvSpPr>
          <p:spPr bwMode="auto">
            <a:xfrm>
              <a:off x="1460500" y="124714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42" name="AutoShape 10"/>
            <p:cNvSpPr>
              <a:spLocks/>
            </p:cNvSpPr>
            <p:nvPr userDrawn="1"/>
          </p:nvSpPr>
          <p:spPr bwMode="auto">
            <a:xfrm>
              <a:off x="2286000" y="124714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44" name="AutoShape 11"/>
            <p:cNvSpPr>
              <a:spLocks/>
            </p:cNvSpPr>
            <p:nvPr userDrawn="1"/>
          </p:nvSpPr>
          <p:spPr bwMode="auto">
            <a:xfrm>
              <a:off x="2755900" y="12954000"/>
              <a:ext cx="117475" cy="95250"/>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45" name="AutoShape 12"/>
            <p:cNvSpPr>
              <a:spLocks/>
            </p:cNvSpPr>
            <p:nvPr userDrawn="1"/>
          </p:nvSpPr>
          <p:spPr bwMode="auto">
            <a:xfrm>
              <a:off x="4178300" y="127127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FFFFFF"/>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46" name="AutoShape 13"/>
            <p:cNvSpPr>
              <a:spLocks/>
            </p:cNvSpPr>
            <p:nvPr userDrawn="1"/>
          </p:nvSpPr>
          <p:spPr bwMode="auto">
            <a:xfrm>
              <a:off x="4305300" y="130683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59" name="AutoShape 14"/>
            <p:cNvSpPr>
              <a:spLocks/>
            </p:cNvSpPr>
            <p:nvPr userDrawn="1"/>
          </p:nvSpPr>
          <p:spPr bwMode="auto">
            <a:xfrm>
              <a:off x="4305300" y="128270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FFFFFF"/>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60" name="AutoShape 15"/>
            <p:cNvSpPr>
              <a:spLocks/>
            </p:cNvSpPr>
            <p:nvPr userDrawn="1"/>
          </p:nvSpPr>
          <p:spPr bwMode="auto">
            <a:xfrm>
              <a:off x="4305300" y="127127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61" name="AutoShape 16"/>
            <p:cNvSpPr>
              <a:spLocks/>
            </p:cNvSpPr>
            <p:nvPr userDrawn="1"/>
          </p:nvSpPr>
          <p:spPr bwMode="auto">
            <a:xfrm>
              <a:off x="4305300" y="122428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62" name="AutoShape 17"/>
            <p:cNvSpPr>
              <a:spLocks/>
            </p:cNvSpPr>
            <p:nvPr userDrawn="1"/>
          </p:nvSpPr>
          <p:spPr bwMode="auto">
            <a:xfrm>
              <a:off x="4419600" y="12954000"/>
              <a:ext cx="117475" cy="95250"/>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63" name="AutoShape 18"/>
            <p:cNvSpPr>
              <a:spLocks/>
            </p:cNvSpPr>
            <p:nvPr userDrawn="1"/>
          </p:nvSpPr>
          <p:spPr bwMode="auto">
            <a:xfrm>
              <a:off x="4419600" y="128270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64" name="AutoShape 19"/>
            <p:cNvSpPr>
              <a:spLocks/>
            </p:cNvSpPr>
            <p:nvPr userDrawn="1"/>
          </p:nvSpPr>
          <p:spPr bwMode="auto">
            <a:xfrm>
              <a:off x="4419600" y="127127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65" name="AutoShape 20"/>
            <p:cNvSpPr>
              <a:spLocks/>
            </p:cNvSpPr>
            <p:nvPr userDrawn="1"/>
          </p:nvSpPr>
          <p:spPr bwMode="auto">
            <a:xfrm>
              <a:off x="5245100" y="124714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66" name="AutoShape 21"/>
            <p:cNvSpPr>
              <a:spLocks/>
            </p:cNvSpPr>
            <p:nvPr userDrawn="1"/>
          </p:nvSpPr>
          <p:spPr bwMode="auto">
            <a:xfrm>
              <a:off x="5956300" y="12153900"/>
              <a:ext cx="117475" cy="90488"/>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67" name="AutoShape 22"/>
            <p:cNvSpPr>
              <a:spLocks/>
            </p:cNvSpPr>
            <p:nvPr userDrawn="1"/>
          </p:nvSpPr>
          <p:spPr bwMode="auto">
            <a:xfrm>
              <a:off x="6083300" y="122428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71" name="AutoShape 23"/>
            <p:cNvSpPr>
              <a:spLocks/>
            </p:cNvSpPr>
            <p:nvPr userDrawn="1"/>
          </p:nvSpPr>
          <p:spPr bwMode="auto">
            <a:xfrm>
              <a:off x="6438900" y="12153900"/>
              <a:ext cx="117475" cy="90488"/>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72" name="AutoShape 24"/>
            <p:cNvSpPr>
              <a:spLocks/>
            </p:cNvSpPr>
            <p:nvPr userDrawn="1"/>
          </p:nvSpPr>
          <p:spPr bwMode="auto">
            <a:xfrm>
              <a:off x="7023100" y="122428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77" name="AutoShape 25"/>
            <p:cNvSpPr>
              <a:spLocks/>
            </p:cNvSpPr>
            <p:nvPr userDrawn="1"/>
          </p:nvSpPr>
          <p:spPr bwMode="auto">
            <a:xfrm>
              <a:off x="7137400" y="124714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78" name="AutoShape 26"/>
            <p:cNvSpPr>
              <a:spLocks/>
            </p:cNvSpPr>
            <p:nvPr userDrawn="1"/>
          </p:nvSpPr>
          <p:spPr bwMode="auto">
            <a:xfrm>
              <a:off x="7264400" y="124714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79" name="AutoShape 27"/>
            <p:cNvSpPr>
              <a:spLocks/>
            </p:cNvSpPr>
            <p:nvPr userDrawn="1"/>
          </p:nvSpPr>
          <p:spPr bwMode="auto">
            <a:xfrm>
              <a:off x="7378700" y="12954000"/>
              <a:ext cx="117475" cy="95250"/>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80" name="AutoShape 28"/>
            <p:cNvSpPr>
              <a:spLocks/>
            </p:cNvSpPr>
            <p:nvPr userDrawn="1"/>
          </p:nvSpPr>
          <p:spPr bwMode="auto">
            <a:xfrm>
              <a:off x="7620000" y="125984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81" name="AutoShape 29"/>
            <p:cNvSpPr>
              <a:spLocks/>
            </p:cNvSpPr>
            <p:nvPr userDrawn="1"/>
          </p:nvSpPr>
          <p:spPr bwMode="auto">
            <a:xfrm>
              <a:off x="7848600" y="12954000"/>
              <a:ext cx="117475" cy="95250"/>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82" name="AutoShape 30"/>
            <p:cNvSpPr>
              <a:spLocks/>
            </p:cNvSpPr>
            <p:nvPr userDrawn="1"/>
          </p:nvSpPr>
          <p:spPr bwMode="auto">
            <a:xfrm>
              <a:off x="7975600" y="127127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83" name="AutoShape 31"/>
            <p:cNvSpPr>
              <a:spLocks/>
            </p:cNvSpPr>
            <p:nvPr userDrawn="1"/>
          </p:nvSpPr>
          <p:spPr bwMode="auto">
            <a:xfrm>
              <a:off x="8204200" y="122428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84" name="AutoShape 32"/>
            <p:cNvSpPr>
              <a:spLocks/>
            </p:cNvSpPr>
            <p:nvPr userDrawn="1"/>
          </p:nvSpPr>
          <p:spPr bwMode="auto">
            <a:xfrm>
              <a:off x="9271000" y="128270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85" name="AutoShape 33"/>
            <p:cNvSpPr>
              <a:spLocks/>
            </p:cNvSpPr>
            <p:nvPr userDrawn="1"/>
          </p:nvSpPr>
          <p:spPr bwMode="auto">
            <a:xfrm>
              <a:off x="9271000" y="12153900"/>
              <a:ext cx="117475" cy="90488"/>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86" name="AutoShape 34"/>
            <p:cNvSpPr>
              <a:spLocks/>
            </p:cNvSpPr>
            <p:nvPr userDrawn="1"/>
          </p:nvSpPr>
          <p:spPr bwMode="auto">
            <a:xfrm>
              <a:off x="9398000" y="122428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87" name="AutoShape 35"/>
            <p:cNvSpPr>
              <a:spLocks/>
            </p:cNvSpPr>
            <p:nvPr userDrawn="1"/>
          </p:nvSpPr>
          <p:spPr bwMode="auto">
            <a:xfrm>
              <a:off x="9512300" y="12153900"/>
              <a:ext cx="117475" cy="90488"/>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88" name="AutoShape 36"/>
            <p:cNvSpPr>
              <a:spLocks/>
            </p:cNvSpPr>
            <p:nvPr userDrawn="1"/>
          </p:nvSpPr>
          <p:spPr bwMode="auto">
            <a:xfrm>
              <a:off x="9626600" y="123571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FFFFFF"/>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89" name="AutoShape 37"/>
            <p:cNvSpPr>
              <a:spLocks/>
            </p:cNvSpPr>
            <p:nvPr userDrawn="1"/>
          </p:nvSpPr>
          <p:spPr bwMode="auto">
            <a:xfrm>
              <a:off x="9626600" y="122428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90" name="AutoShape 38"/>
            <p:cNvSpPr>
              <a:spLocks/>
            </p:cNvSpPr>
            <p:nvPr userDrawn="1"/>
          </p:nvSpPr>
          <p:spPr bwMode="auto">
            <a:xfrm>
              <a:off x="9753600" y="127127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91" name="AutoShape 39"/>
            <p:cNvSpPr>
              <a:spLocks/>
            </p:cNvSpPr>
            <p:nvPr userDrawn="1"/>
          </p:nvSpPr>
          <p:spPr bwMode="auto">
            <a:xfrm>
              <a:off x="9753600" y="123571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92" name="AutoShape 40"/>
            <p:cNvSpPr>
              <a:spLocks/>
            </p:cNvSpPr>
            <p:nvPr userDrawn="1"/>
          </p:nvSpPr>
          <p:spPr bwMode="auto">
            <a:xfrm>
              <a:off x="9753600" y="122428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93" name="AutoShape 41"/>
            <p:cNvSpPr>
              <a:spLocks/>
            </p:cNvSpPr>
            <p:nvPr userDrawn="1"/>
          </p:nvSpPr>
          <p:spPr bwMode="auto">
            <a:xfrm>
              <a:off x="9867900" y="12153900"/>
              <a:ext cx="117475" cy="90488"/>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94" name="AutoShape 42"/>
            <p:cNvSpPr>
              <a:spLocks/>
            </p:cNvSpPr>
            <p:nvPr userDrawn="1"/>
          </p:nvSpPr>
          <p:spPr bwMode="auto">
            <a:xfrm>
              <a:off x="9982200" y="125984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FFFFFF"/>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95" name="AutoShape 43"/>
            <p:cNvSpPr>
              <a:spLocks/>
            </p:cNvSpPr>
            <p:nvPr userDrawn="1"/>
          </p:nvSpPr>
          <p:spPr bwMode="auto">
            <a:xfrm>
              <a:off x="9982200" y="123571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96" name="AutoShape 44"/>
            <p:cNvSpPr>
              <a:spLocks/>
            </p:cNvSpPr>
            <p:nvPr userDrawn="1"/>
          </p:nvSpPr>
          <p:spPr bwMode="auto">
            <a:xfrm>
              <a:off x="10109200" y="130683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97" name="AutoShape 45"/>
            <p:cNvSpPr>
              <a:spLocks/>
            </p:cNvSpPr>
            <p:nvPr userDrawn="1"/>
          </p:nvSpPr>
          <p:spPr bwMode="auto">
            <a:xfrm>
              <a:off x="10223500" y="127127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FFFFFF"/>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98" name="AutoShape 46"/>
            <p:cNvSpPr>
              <a:spLocks/>
            </p:cNvSpPr>
            <p:nvPr userDrawn="1"/>
          </p:nvSpPr>
          <p:spPr bwMode="auto">
            <a:xfrm>
              <a:off x="10337800" y="128270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99" name="AutoShape 47"/>
            <p:cNvSpPr>
              <a:spLocks/>
            </p:cNvSpPr>
            <p:nvPr userDrawn="1"/>
          </p:nvSpPr>
          <p:spPr bwMode="auto">
            <a:xfrm>
              <a:off x="10337800" y="127127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00" name="AutoShape 48"/>
            <p:cNvSpPr>
              <a:spLocks/>
            </p:cNvSpPr>
            <p:nvPr userDrawn="1"/>
          </p:nvSpPr>
          <p:spPr bwMode="auto">
            <a:xfrm>
              <a:off x="10579100" y="130683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01" name="AutoShape 49"/>
            <p:cNvSpPr>
              <a:spLocks/>
            </p:cNvSpPr>
            <p:nvPr userDrawn="1"/>
          </p:nvSpPr>
          <p:spPr bwMode="auto">
            <a:xfrm>
              <a:off x="10579100" y="12954000"/>
              <a:ext cx="117475" cy="95250"/>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02" name="AutoShape 50"/>
            <p:cNvSpPr>
              <a:spLocks/>
            </p:cNvSpPr>
            <p:nvPr userDrawn="1"/>
          </p:nvSpPr>
          <p:spPr bwMode="auto">
            <a:xfrm>
              <a:off x="10693400" y="12954000"/>
              <a:ext cx="117475" cy="95250"/>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FFFFFF"/>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03" name="AutoShape 51"/>
            <p:cNvSpPr>
              <a:spLocks/>
            </p:cNvSpPr>
            <p:nvPr userDrawn="1"/>
          </p:nvSpPr>
          <p:spPr bwMode="auto">
            <a:xfrm>
              <a:off x="10693400" y="127127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04" name="AutoShape 52"/>
            <p:cNvSpPr>
              <a:spLocks/>
            </p:cNvSpPr>
            <p:nvPr userDrawn="1"/>
          </p:nvSpPr>
          <p:spPr bwMode="auto">
            <a:xfrm>
              <a:off x="10820400" y="130683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05" name="AutoShape 53"/>
            <p:cNvSpPr>
              <a:spLocks/>
            </p:cNvSpPr>
            <p:nvPr userDrawn="1"/>
          </p:nvSpPr>
          <p:spPr bwMode="auto">
            <a:xfrm>
              <a:off x="10820400" y="12954000"/>
              <a:ext cx="117475" cy="95250"/>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06" name="AutoShape 54"/>
            <p:cNvSpPr>
              <a:spLocks/>
            </p:cNvSpPr>
            <p:nvPr userDrawn="1"/>
          </p:nvSpPr>
          <p:spPr bwMode="auto">
            <a:xfrm>
              <a:off x="10820400" y="128270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07" name="AutoShape 55"/>
            <p:cNvSpPr>
              <a:spLocks/>
            </p:cNvSpPr>
            <p:nvPr userDrawn="1"/>
          </p:nvSpPr>
          <p:spPr bwMode="auto">
            <a:xfrm>
              <a:off x="10820400" y="127127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08" name="AutoShape 56"/>
            <p:cNvSpPr>
              <a:spLocks/>
            </p:cNvSpPr>
            <p:nvPr userDrawn="1"/>
          </p:nvSpPr>
          <p:spPr bwMode="auto">
            <a:xfrm>
              <a:off x="10934700" y="130683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09" name="AutoShape 57"/>
            <p:cNvSpPr>
              <a:spLocks/>
            </p:cNvSpPr>
            <p:nvPr userDrawn="1"/>
          </p:nvSpPr>
          <p:spPr bwMode="auto">
            <a:xfrm>
              <a:off x="10934700" y="128270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10" name="AutoShape 58"/>
            <p:cNvSpPr>
              <a:spLocks/>
            </p:cNvSpPr>
            <p:nvPr userDrawn="1"/>
          </p:nvSpPr>
          <p:spPr bwMode="auto">
            <a:xfrm>
              <a:off x="10934700" y="125984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11" name="AutoShape 59"/>
            <p:cNvSpPr>
              <a:spLocks/>
            </p:cNvSpPr>
            <p:nvPr userDrawn="1"/>
          </p:nvSpPr>
          <p:spPr bwMode="auto">
            <a:xfrm>
              <a:off x="11049000" y="124714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12" name="AutoShape 60"/>
            <p:cNvSpPr>
              <a:spLocks/>
            </p:cNvSpPr>
            <p:nvPr userDrawn="1"/>
          </p:nvSpPr>
          <p:spPr bwMode="auto">
            <a:xfrm>
              <a:off x="11176000" y="125984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13" name="AutoShape 61"/>
            <p:cNvSpPr>
              <a:spLocks/>
            </p:cNvSpPr>
            <p:nvPr userDrawn="1"/>
          </p:nvSpPr>
          <p:spPr bwMode="auto">
            <a:xfrm>
              <a:off x="11760200" y="122428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14" name="AutoShape 62"/>
            <p:cNvSpPr>
              <a:spLocks/>
            </p:cNvSpPr>
            <p:nvPr userDrawn="1"/>
          </p:nvSpPr>
          <p:spPr bwMode="auto">
            <a:xfrm>
              <a:off x="11760200" y="12153900"/>
              <a:ext cx="117475" cy="90488"/>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15" name="AutoShape 63"/>
            <p:cNvSpPr>
              <a:spLocks/>
            </p:cNvSpPr>
            <p:nvPr userDrawn="1"/>
          </p:nvSpPr>
          <p:spPr bwMode="auto">
            <a:xfrm>
              <a:off x="12001500" y="130683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16" name="AutoShape 64"/>
            <p:cNvSpPr>
              <a:spLocks/>
            </p:cNvSpPr>
            <p:nvPr userDrawn="1"/>
          </p:nvSpPr>
          <p:spPr bwMode="auto">
            <a:xfrm>
              <a:off x="12001500" y="122428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17" name="AutoShape 65"/>
            <p:cNvSpPr>
              <a:spLocks/>
            </p:cNvSpPr>
            <p:nvPr userDrawn="1"/>
          </p:nvSpPr>
          <p:spPr bwMode="auto">
            <a:xfrm>
              <a:off x="12115800" y="12153900"/>
              <a:ext cx="117475" cy="90488"/>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18" name="AutoShape 66"/>
            <p:cNvSpPr>
              <a:spLocks/>
            </p:cNvSpPr>
            <p:nvPr userDrawn="1"/>
          </p:nvSpPr>
          <p:spPr bwMode="auto">
            <a:xfrm>
              <a:off x="12230100" y="128270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FFFFFF"/>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19" name="AutoShape 67"/>
            <p:cNvSpPr>
              <a:spLocks/>
            </p:cNvSpPr>
            <p:nvPr userDrawn="1"/>
          </p:nvSpPr>
          <p:spPr bwMode="auto">
            <a:xfrm>
              <a:off x="12230100" y="123571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20" name="AutoShape 68"/>
            <p:cNvSpPr>
              <a:spLocks/>
            </p:cNvSpPr>
            <p:nvPr userDrawn="1"/>
          </p:nvSpPr>
          <p:spPr bwMode="auto">
            <a:xfrm>
              <a:off x="12357100" y="128270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21" name="AutoShape 69"/>
            <p:cNvSpPr>
              <a:spLocks/>
            </p:cNvSpPr>
            <p:nvPr userDrawn="1"/>
          </p:nvSpPr>
          <p:spPr bwMode="auto">
            <a:xfrm>
              <a:off x="12357100" y="127127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22" name="AutoShape 70"/>
            <p:cNvSpPr>
              <a:spLocks/>
            </p:cNvSpPr>
            <p:nvPr userDrawn="1"/>
          </p:nvSpPr>
          <p:spPr bwMode="auto">
            <a:xfrm>
              <a:off x="12357100" y="122428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23" name="AutoShape 71"/>
            <p:cNvSpPr>
              <a:spLocks/>
            </p:cNvSpPr>
            <p:nvPr userDrawn="1"/>
          </p:nvSpPr>
          <p:spPr bwMode="auto">
            <a:xfrm>
              <a:off x="12471400" y="124714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24" name="AutoShape 72"/>
            <p:cNvSpPr>
              <a:spLocks/>
            </p:cNvSpPr>
            <p:nvPr userDrawn="1"/>
          </p:nvSpPr>
          <p:spPr bwMode="auto">
            <a:xfrm>
              <a:off x="12471400" y="12153900"/>
              <a:ext cx="117475" cy="90488"/>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25" name="AutoShape 73"/>
            <p:cNvSpPr>
              <a:spLocks/>
            </p:cNvSpPr>
            <p:nvPr userDrawn="1"/>
          </p:nvSpPr>
          <p:spPr bwMode="auto">
            <a:xfrm>
              <a:off x="12585700" y="127127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26" name="AutoShape 74"/>
            <p:cNvSpPr>
              <a:spLocks/>
            </p:cNvSpPr>
            <p:nvPr userDrawn="1"/>
          </p:nvSpPr>
          <p:spPr bwMode="auto">
            <a:xfrm>
              <a:off x="23647400" y="12712700"/>
              <a:ext cx="117475" cy="117475"/>
            </a:xfrm>
            <a:custGeom>
              <a:avLst/>
              <a:gdLst/>
              <a:ahLst/>
              <a:cxnLst/>
              <a:rect l="0" t="0" r="r" b="b"/>
              <a:pathLst>
                <a:path w="21600" h="21600">
                  <a:moveTo>
                    <a:pt x="21600" y="21600"/>
                  </a:moveTo>
                  <a:lnTo>
                    <a:pt x="0" y="21600"/>
                  </a:lnTo>
                  <a:lnTo>
                    <a:pt x="0" y="0"/>
                  </a:lnTo>
                  <a:lnTo>
                    <a:pt x="21600" y="0"/>
                  </a:lnTo>
                  <a:cubicBezTo>
                    <a:pt x="21600" y="0"/>
                    <a:pt x="21600" y="21600"/>
                    <a:pt x="21600" y="21600"/>
                  </a:cubicBezTo>
                  <a:close/>
                  <a:moveTo>
                    <a:pt x="21600" y="21600"/>
                  </a:moveTo>
                </a:path>
              </a:pathLst>
            </a:custGeom>
            <a:solidFill>
              <a:srgbClr val="FFFFFF"/>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27" name="AutoShape 75"/>
            <p:cNvSpPr>
              <a:spLocks/>
            </p:cNvSpPr>
            <p:nvPr userDrawn="1"/>
          </p:nvSpPr>
          <p:spPr bwMode="auto">
            <a:xfrm>
              <a:off x="23533100" y="13068300"/>
              <a:ext cx="117475" cy="117475"/>
            </a:xfrm>
            <a:custGeom>
              <a:avLst/>
              <a:gdLst/>
              <a:ahLst/>
              <a:cxnLst/>
              <a:rect l="0" t="0" r="r" b="b"/>
              <a:pathLst>
                <a:path w="21600" h="21600">
                  <a:moveTo>
                    <a:pt x="21600" y="21600"/>
                  </a:moveTo>
                  <a:lnTo>
                    <a:pt x="0" y="21600"/>
                  </a:lnTo>
                  <a:lnTo>
                    <a:pt x="0" y="0"/>
                  </a:lnTo>
                  <a:lnTo>
                    <a:pt x="21600" y="0"/>
                  </a:lnTo>
                  <a:cubicBezTo>
                    <a:pt x="21600" y="0"/>
                    <a:pt x="21600" y="21600"/>
                    <a:pt x="21600" y="21600"/>
                  </a:cubicBezTo>
                  <a:close/>
                  <a:moveTo>
                    <a:pt x="2160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28" name="AutoShape 76"/>
            <p:cNvSpPr>
              <a:spLocks/>
            </p:cNvSpPr>
            <p:nvPr userDrawn="1"/>
          </p:nvSpPr>
          <p:spPr bwMode="auto">
            <a:xfrm>
              <a:off x="23533100" y="12827000"/>
              <a:ext cx="117475" cy="117475"/>
            </a:xfrm>
            <a:custGeom>
              <a:avLst/>
              <a:gdLst/>
              <a:ahLst/>
              <a:cxnLst/>
              <a:rect l="0" t="0" r="r" b="b"/>
              <a:pathLst>
                <a:path w="21600" h="21600">
                  <a:moveTo>
                    <a:pt x="21600" y="21600"/>
                  </a:moveTo>
                  <a:lnTo>
                    <a:pt x="0" y="21600"/>
                  </a:lnTo>
                  <a:lnTo>
                    <a:pt x="0" y="0"/>
                  </a:lnTo>
                  <a:lnTo>
                    <a:pt x="21600" y="0"/>
                  </a:lnTo>
                  <a:cubicBezTo>
                    <a:pt x="21600" y="0"/>
                    <a:pt x="21600" y="21600"/>
                    <a:pt x="21600" y="21600"/>
                  </a:cubicBezTo>
                  <a:close/>
                  <a:moveTo>
                    <a:pt x="21600" y="21600"/>
                  </a:moveTo>
                </a:path>
              </a:pathLst>
            </a:custGeom>
            <a:solidFill>
              <a:srgbClr val="FFFFFF"/>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29" name="AutoShape 77"/>
            <p:cNvSpPr>
              <a:spLocks/>
            </p:cNvSpPr>
            <p:nvPr userDrawn="1"/>
          </p:nvSpPr>
          <p:spPr bwMode="auto">
            <a:xfrm>
              <a:off x="23533100" y="12712700"/>
              <a:ext cx="117475" cy="117475"/>
            </a:xfrm>
            <a:custGeom>
              <a:avLst/>
              <a:gdLst/>
              <a:ahLst/>
              <a:cxnLst/>
              <a:rect l="0" t="0" r="r" b="b"/>
              <a:pathLst>
                <a:path w="21600" h="21600">
                  <a:moveTo>
                    <a:pt x="21600" y="21600"/>
                  </a:moveTo>
                  <a:lnTo>
                    <a:pt x="0" y="21600"/>
                  </a:lnTo>
                  <a:lnTo>
                    <a:pt x="0" y="0"/>
                  </a:lnTo>
                  <a:lnTo>
                    <a:pt x="21600" y="0"/>
                  </a:lnTo>
                  <a:cubicBezTo>
                    <a:pt x="21600" y="0"/>
                    <a:pt x="21600" y="21600"/>
                    <a:pt x="21600" y="21600"/>
                  </a:cubicBezTo>
                  <a:close/>
                  <a:moveTo>
                    <a:pt x="2160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30" name="AutoShape 78"/>
            <p:cNvSpPr>
              <a:spLocks/>
            </p:cNvSpPr>
            <p:nvPr userDrawn="1"/>
          </p:nvSpPr>
          <p:spPr bwMode="auto">
            <a:xfrm>
              <a:off x="23533100" y="12242800"/>
              <a:ext cx="117475" cy="117475"/>
            </a:xfrm>
            <a:custGeom>
              <a:avLst/>
              <a:gdLst/>
              <a:ahLst/>
              <a:cxnLst/>
              <a:rect l="0" t="0" r="r" b="b"/>
              <a:pathLst>
                <a:path w="21600" h="21600">
                  <a:moveTo>
                    <a:pt x="21600" y="21600"/>
                  </a:moveTo>
                  <a:lnTo>
                    <a:pt x="0" y="21600"/>
                  </a:lnTo>
                  <a:lnTo>
                    <a:pt x="0" y="0"/>
                  </a:lnTo>
                  <a:lnTo>
                    <a:pt x="21600" y="0"/>
                  </a:lnTo>
                  <a:cubicBezTo>
                    <a:pt x="21600" y="0"/>
                    <a:pt x="21600" y="21600"/>
                    <a:pt x="21600" y="21600"/>
                  </a:cubicBezTo>
                  <a:close/>
                  <a:moveTo>
                    <a:pt x="2160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31" name="AutoShape 79"/>
            <p:cNvSpPr>
              <a:spLocks/>
            </p:cNvSpPr>
            <p:nvPr userDrawn="1"/>
          </p:nvSpPr>
          <p:spPr bwMode="auto">
            <a:xfrm>
              <a:off x="23418800" y="12954000"/>
              <a:ext cx="117475" cy="95250"/>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32" name="AutoShape 80"/>
            <p:cNvSpPr>
              <a:spLocks/>
            </p:cNvSpPr>
            <p:nvPr userDrawn="1"/>
          </p:nvSpPr>
          <p:spPr bwMode="auto">
            <a:xfrm>
              <a:off x="23418800" y="12827000"/>
              <a:ext cx="117475" cy="117475"/>
            </a:xfrm>
            <a:custGeom>
              <a:avLst/>
              <a:gdLst/>
              <a:ahLst/>
              <a:cxnLst/>
              <a:rect l="0" t="0" r="r" b="b"/>
              <a:pathLst>
                <a:path w="21600" h="21600">
                  <a:moveTo>
                    <a:pt x="21600" y="21600"/>
                  </a:moveTo>
                  <a:lnTo>
                    <a:pt x="0" y="21600"/>
                  </a:lnTo>
                  <a:lnTo>
                    <a:pt x="0" y="0"/>
                  </a:lnTo>
                  <a:lnTo>
                    <a:pt x="21600" y="0"/>
                  </a:lnTo>
                  <a:cubicBezTo>
                    <a:pt x="21600" y="0"/>
                    <a:pt x="21600" y="21600"/>
                    <a:pt x="21600" y="21600"/>
                  </a:cubicBezTo>
                  <a:close/>
                  <a:moveTo>
                    <a:pt x="2160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33" name="AutoShape 81"/>
            <p:cNvSpPr>
              <a:spLocks/>
            </p:cNvSpPr>
            <p:nvPr userDrawn="1"/>
          </p:nvSpPr>
          <p:spPr bwMode="auto">
            <a:xfrm>
              <a:off x="23418800" y="12712700"/>
              <a:ext cx="117475" cy="117475"/>
            </a:xfrm>
            <a:custGeom>
              <a:avLst/>
              <a:gdLst/>
              <a:ahLst/>
              <a:cxnLst/>
              <a:rect l="0" t="0" r="r" b="b"/>
              <a:pathLst>
                <a:path w="21600" h="21600">
                  <a:moveTo>
                    <a:pt x="21600" y="21600"/>
                  </a:moveTo>
                  <a:lnTo>
                    <a:pt x="0" y="21600"/>
                  </a:lnTo>
                  <a:lnTo>
                    <a:pt x="0" y="0"/>
                  </a:lnTo>
                  <a:lnTo>
                    <a:pt x="21600" y="0"/>
                  </a:lnTo>
                  <a:cubicBezTo>
                    <a:pt x="21600" y="0"/>
                    <a:pt x="21600" y="21600"/>
                    <a:pt x="21600" y="21600"/>
                  </a:cubicBezTo>
                  <a:close/>
                  <a:moveTo>
                    <a:pt x="2160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34" name="AutoShape 82"/>
            <p:cNvSpPr>
              <a:spLocks/>
            </p:cNvSpPr>
            <p:nvPr userDrawn="1"/>
          </p:nvSpPr>
          <p:spPr bwMode="auto">
            <a:xfrm>
              <a:off x="22580600" y="12471400"/>
              <a:ext cx="117475" cy="117475"/>
            </a:xfrm>
            <a:custGeom>
              <a:avLst/>
              <a:gdLst/>
              <a:ahLst/>
              <a:cxnLst/>
              <a:rect l="0" t="0" r="r" b="b"/>
              <a:pathLst>
                <a:path w="21600" h="21600">
                  <a:moveTo>
                    <a:pt x="21600" y="21600"/>
                  </a:moveTo>
                  <a:lnTo>
                    <a:pt x="0" y="21600"/>
                  </a:lnTo>
                  <a:lnTo>
                    <a:pt x="0" y="0"/>
                  </a:lnTo>
                  <a:lnTo>
                    <a:pt x="21600" y="0"/>
                  </a:lnTo>
                  <a:cubicBezTo>
                    <a:pt x="21600" y="0"/>
                    <a:pt x="21600" y="21600"/>
                    <a:pt x="21600" y="21600"/>
                  </a:cubicBezTo>
                  <a:close/>
                  <a:moveTo>
                    <a:pt x="2160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35" name="AutoShape 83"/>
            <p:cNvSpPr>
              <a:spLocks/>
            </p:cNvSpPr>
            <p:nvPr userDrawn="1"/>
          </p:nvSpPr>
          <p:spPr bwMode="auto">
            <a:xfrm>
              <a:off x="21869400" y="12153900"/>
              <a:ext cx="117475" cy="90488"/>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36" name="AutoShape 84"/>
            <p:cNvSpPr>
              <a:spLocks/>
            </p:cNvSpPr>
            <p:nvPr userDrawn="1"/>
          </p:nvSpPr>
          <p:spPr bwMode="auto">
            <a:xfrm>
              <a:off x="21755100" y="12242800"/>
              <a:ext cx="117475" cy="117475"/>
            </a:xfrm>
            <a:custGeom>
              <a:avLst/>
              <a:gdLst/>
              <a:ahLst/>
              <a:cxnLst/>
              <a:rect l="0" t="0" r="r" b="b"/>
              <a:pathLst>
                <a:path w="21600" h="21600">
                  <a:moveTo>
                    <a:pt x="21600" y="21600"/>
                  </a:moveTo>
                  <a:lnTo>
                    <a:pt x="0" y="21600"/>
                  </a:lnTo>
                  <a:lnTo>
                    <a:pt x="0" y="0"/>
                  </a:lnTo>
                  <a:lnTo>
                    <a:pt x="21600" y="0"/>
                  </a:lnTo>
                  <a:cubicBezTo>
                    <a:pt x="21600" y="0"/>
                    <a:pt x="21600" y="21600"/>
                    <a:pt x="21600" y="21600"/>
                  </a:cubicBezTo>
                  <a:close/>
                  <a:moveTo>
                    <a:pt x="2160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37" name="AutoShape 85"/>
            <p:cNvSpPr>
              <a:spLocks/>
            </p:cNvSpPr>
            <p:nvPr userDrawn="1"/>
          </p:nvSpPr>
          <p:spPr bwMode="auto">
            <a:xfrm>
              <a:off x="21399500" y="12153900"/>
              <a:ext cx="117475" cy="90488"/>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38" name="AutoShape 86"/>
            <p:cNvSpPr>
              <a:spLocks/>
            </p:cNvSpPr>
            <p:nvPr userDrawn="1"/>
          </p:nvSpPr>
          <p:spPr bwMode="auto">
            <a:xfrm>
              <a:off x="14262100" y="127127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39" name="AutoShape 87"/>
            <p:cNvSpPr>
              <a:spLocks/>
            </p:cNvSpPr>
            <p:nvPr userDrawn="1"/>
          </p:nvSpPr>
          <p:spPr bwMode="auto">
            <a:xfrm>
              <a:off x="14389100" y="125984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FFFFFF"/>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40" name="AutoShape 88"/>
            <p:cNvSpPr>
              <a:spLocks/>
            </p:cNvSpPr>
            <p:nvPr userDrawn="1"/>
          </p:nvSpPr>
          <p:spPr bwMode="auto">
            <a:xfrm>
              <a:off x="14617700" y="125984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41" name="AutoShape 89"/>
            <p:cNvSpPr>
              <a:spLocks/>
            </p:cNvSpPr>
            <p:nvPr userDrawn="1"/>
          </p:nvSpPr>
          <p:spPr bwMode="auto">
            <a:xfrm>
              <a:off x="14617700" y="122428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42" name="AutoShape 90"/>
            <p:cNvSpPr>
              <a:spLocks/>
            </p:cNvSpPr>
            <p:nvPr userDrawn="1"/>
          </p:nvSpPr>
          <p:spPr bwMode="auto">
            <a:xfrm>
              <a:off x="14617700" y="12153900"/>
              <a:ext cx="117475" cy="90488"/>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43" name="AutoShape 91"/>
            <p:cNvSpPr>
              <a:spLocks/>
            </p:cNvSpPr>
            <p:nvPr userDrawn="1"/>
          </p:nvSpPr>
          <p:spPr bwMode="auto">
            <a:xfrm>
              <a:off x="14744700" y="124714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44" name="AutoShape 92"/>
            <p:cNvSpPr>
              <a:spLocks/>
            </p:cNvSpPr>
            <p:nvPr userDrawn="1"/>
          </p:nvSpPr>
          <p:spPr bwMode="auto">
            <a:xfrm>
              <a:off x="14744700" y="123571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45" name="AutoShape 93"/>
            <p:cNvSpPr>
              <a:spLocks/>
            </p:cNvSpPr>
            <p:nvPr userDrawn="1"/>
          </p:nvSpPr>
          <p:spPr bwMode="auto">
            <a:xfrm>
              <a:off x="14744700" y="122428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46" name="AutoShape 94"/>
            <p:cNvSpPr>
              <a:spLocks/>
            </p:cNvSpPr>
            <p:nvPr userDrawn="1"/>
          </p:nvSpPr>
          <p:spPr bwMode="auto">
            <a:xfrm>
              <a:off x="14859000" y="124714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47" name="AutoShape 95"/>
            <p:cNvSpPr>
              <a:spLocks/>
            </p:cNvSpPr>
            <p:nvPr userDrawn="1"/>
          </p:nvSpPr>
          <p:spPr bwMode="auto">
            <a:xfrm>
              <a:off x="15684500" y="124714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48" name="AutoShape 96"/>
            <p:cNvSpPr>
              <a:spLocks/>
            </p:cNvSpPr>
            <p:nvPr userDrawn="1"/>
          </p:nvSpPr>
          <p:spPr bwMode="auto">
            <a:xfrm>
              <a:off x="16154400" y="12954000"/>
              <a:ext cx="117475" cy="95250"/>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49" name="AutoShape 97"/>
            <p:cNvSpPr>
              <a:spLocks/>
            </p:cNvSpPr>
            <p:nvPr userDrawn="1"/>
          </p:nvSpPr>
          <p:spPr bwMode="auto">
            <a:xfrm>
              <a:off x="17576800" y="127127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FFFFFF"/>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50" name="AutoShape 98"/>
            <p:cNvSpPr>
              <a:spLocks/>
            </p:cNvSpPr>
            <p:nvPr userDrawn="1"/>
          </p:nvSpPr>
          <p:spPr bwMode="auto">
            <a:xfrm>
              <a:off x="17703800" y="130683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51" name="AutoShape 99"/>
            <p:cNvSpPr>
              <a:spLocks/>
            </p:cNvSpPr>
            <p:nvPr userDrawn="1"/>
          </p:nvSpPr>
          <p:spPr bwMode="auto">
            <a:xfrm>
              <a:off x="17703800" y="128270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FFFFFF"/>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52" name="AutoShape 100"/>
            <p:cNvSpPr>
              <a:spLocks/>
            </p:cNvSpPr>
            <p:nvPr userDrawn="1"/>
          </p:nvSpPr>
          <p:spPr bwMode="auto">
            <a:xfrm>
              <a:off x="17703800" y="127127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53" name="AutoShape 101"/>
            <p:cNvSpPr>
              <a:spLocks/>
            </p:cNvSpPr>
            <p:nvPr userDrawn="1"/>
          </p:nvSpPr>
          <p:spPr bwMode="auto">
            <a:xfrm>
              <a:off x="17703800" y="122428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54" name="AutoShape 102"/>
            <p:cNvSpPr>
              <a:spLocks/>
            </p:cNvSpPr>
            <p:nvPr userDrawn="1"/>
          </p:nvSpPr>
          <p:spPr bwMode="auto">
            <a:xfrm>
              <a:off x="17818100" y="12954000"/>
              <a:ext cx="117475" cy="95250"/>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55" name="AutoShape 103"/>
            <p:cNvSpPr>
              <a:spLocks/>
            </p:cNvSpPr>
            <p:nvPr userDrawn="1"/>
          </p:nvSpPr>
          <p:spPr bwMode="auto">
            <a:xfrm>
              <a:off x="17818100" y="128270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56" name="AutoShape 104"/>
            <p:cNvSpPr>
              <a:spLocks/>
            </p:cNvSpPr>
            <p:nvPr userDrawn="1"/>
          </p:nvSpPr>
          <p:spPr bwMode="auto">
            <a:xfrm>
              <a:off x="17818100" y="127127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57" name="AutoShape 105"/>
            <p:cNvSpPr>
              <a:spLocks/>
            </p:cNvSpPr>
            <p:nvPr userDrawn="1"/>
          </p:nvSpPr>
          <p:spPr bwMode="auto">
            <a:xfrm>
              <a:off x="18643600" y="124714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58" name="AutoShape 106"/>
            <p:cNvSpPr>
              <a:spLocks/>
            </p:cNvSpPr>
            <p:nvPr userDrawn="1"/>
          </p:nvSpPr>
          <p:spPr bwMode="auto">
            <a:xfrm>
              <a:off x="19354800" y="12153900"/>
              <a:ext cx="117475" cy="90488"/>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59" name="AutoShape 107"/>
            <p:cNvSpPr>
              <a:spLocks/>
            </p:cNvSpPr>
            <p:nvPr userDrawn="1"/>
          </p:nvSpPr>
          <p:spPr bwMode="auto">
            <a:xfrm>
              <a:off x="19469100" y="12242800"/>
              <a:ext cx="117475" cy="117475"/>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sp>
          <p:nvSpPr>
            <p:cNvPr id="160" name="AutoShape 108"/>
            <p:cNvSpPr>
              <a:spLocks/>
            </p:cNvSpPr>
            <p:nvPr userDrawn="1"/>
          </p:nvSpPr>
          <p:spPr bwMode="auto">
            <a:xfrm>
              <a:off x="19824700" y="12153900"/>
              <a:ext cx="117475" cy="90488"/>
            </a:xfrm>
            <a:custGeom>
              <a:avLst/>
              <a:gdLst/>
              <a:ahLst/>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675"/>
            </a:p>
          </p:txBody>
        </p:sp>
      </p:grpSp>
      <p:sp>
        <p:nvSpPr>
          <p:cNvPr id="8" name="Rounded Rectangle 7"/>
          <p:cNvSpPr/>
          <p:nvPr userDrawn="1"/>
        </p:nvSpPr>
        <p:spPr>
          <a:xfrm>
            <a:off x="257192" y="342900"/>
            <a:ext cx="8618445" cy="268941"/>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p>
        </p:txBody>
      </p:sp>
      <p:sp>
        <p:nvSpPr>
          <p:cNvPr id="161" name="TextBox 160"/>
          <p:cNvSpPr txBox="1"/>
          <p:nvPr userDrawn="1"/>
        </p:nvSpPr>
        <p:spPr>
          <a:xfrm>
            <a:off x="7875811" y="423510"/>
            <a:ext cx="878584" cy="80791"/>
          </a:xfrm>
          <a:prstGeom prst="rect">
            <a:avLst/>
          </a:prstGeom>
          <a:noFill/>
        </p:spPr>
        <p:txBody>
          <a:bodyPr wrap="square" lIns="0" tIns="0" rIns="0" bIns="0" rtlCol="0">
            <a:spAutoFit/>
          </a:bodyPr>
          <a:lstStyle/>
          <a:p>
            <a:pPr marL="0" marR="0" lvl="0" indent="0" algn="r" defTabSz="685766" rtl="0" eaLnBrk="1" fontAlgn="auto" latinLnBrk="0" hangingPunct="1">
              <a:lnSpc>
                <a:spcPct val="100000"/>
              </a:lnSpc>
              <a:spcBef>
                <a:spcPts val="0"/>
              </a:spcBef>
              <a:spcAft>
                <a:spcPts val="0"/>
              </a:spcAft>
              <a:buClrTx/>
              <a:buSzTx/>
              <a:buFontTx/>
              <a:buNone/>
              <a:tabLst/>
              <a:defRPr/>
            </a:pPr>
            <a:fld id="{15B00FCE-1FC4-5243-BFE3-0A2F0D5084C4}" type="slidenum">
              <a:rPr lang="en-US" sz="525" smtClean="0">
                <a:solidFill>
                  <a:schemeClr val="bg1"/>
                </a:solidFill>
              </a:rPr>
              <a:pPr marL="0" marR="0" lvl="0" indent="0" algn="r" defTabSz="685766" rtl="0" eaLnBrk="1" fontAlgn="auto" latinLnBrk="0" hangingPunct="1">
                <a:lnSpc>
                  <a:spcPct val="100000"/>
                </a:lnSpc>
                <a:spcBef>
                  <a:spcPts val="0"/>
                </a:spcBef>
                <a:spcAft>
                  <a:spcPts val="0"/>
                </a:spcAft>
                <a:buClrTx/>
                <a:buSzTx/>
                <a:buFontTx/>
                <a:buNone/>
                <a:tabLst/>
                <a:defRPr/>
              </a:pPr>
              <a:t>‹#›</a:t>
            </a:fld>
            <a:endParaRPr lang="en-US" sz="525">
              <a:solidFill>
                <a:schemeClr val="bg1"/>
              </a:solidFill>
            </a:endParaRPr>
          </a:p>
        </p:txBody>
      </p:sp>
      <p:sp>
        <p:nvSpPr>
          <p:cNvPr id="2" name="Title 1"/>
          <p:cNvSpPr>
            <a:spLocks noGrp="1"/>
          </p:cNvSpPr>
          <p:nvPr userDrawn="1">
            <p:ph type="ctrTitle"/>
          </p:nvPr>
        </p:nvSpPr>
        <p:spPr>
          <a:xfrm>
            <a:off x="504521" y="1205942"/>
            <a:ext cx="3918168" cy="1046440"/>
          </a:xfrm>
        </p:spPr>
        <p:txBody>
          <a:bodyPr lIns="0" tIns="0" rIns="0" bIns="0" anchor="t" anchorCtr="0">
            <a:noAutofit/>
          </a:bodyPr>
          <a:lstStyle>
            <a:lvl1pPr marL="0" indent="0" algn="l">
              <a:lnSpc>
                <a:spcPts val="2475"/>
              </a:lnSpc>
              <a:tabLst>
                <a:tab pos="946547" algn="l"/>
                <a:tab pos="1398984" algn="l"/>
              </a:tabLst>
              <a:defRPr sz="2250">
                <a:solidFill>
                  <a:schemeClr val="accent1"/>
                </a:solidFill>
              </a:defRPr>
            </a:lvl1pPr>
          </a:lstStyle>
          <a:p>
            <a:r>
              <a:rPr lang="en-US"/>
              <a:t>Click to edit Master title style</a:t>
            </a:r>
          </a:p>
        </p:txBody>
      </p:sp>
      <p:sp>
        <p:nvSpPr>
          <p:cNvPr id="162" name="Text Placeholder 5"/>
          <p:cNvSpPr>
            <a:spLocks noGrp="1"/>
          </p:cNvSpPr>
          <p:nvPr>
            <p:ph type="body" sz="quarter" idx="12"/>
          </p:nvPr>
        </p:nvSpPr>
        <p:spPr>
          <a:xfrm>
            <a:off x="257192" y="2370326"/>
            <a:ext cx="8194877" cy="2915117"/>
          </a:xfrm>
        </p:spPr>
        <p:txBody>
          <a:bodyPr lIns="0" tIns="0" rIns="0" bIns="0" numCol="1" spcCol="720000">
            <a:noAutofit/>
          </a:bodyPr>
          <a:lstStyle>
            <a:lvl1pPr marL="255984" indent="0">
              <a:lnSpc>
                <a:spcPct val="100000"/>
              </a:lnSpc>
              <a:spcBef>
                <a:spcPts val="450"/>
              </a:spcBef>
              <a:spcAft>
                <a:spcPts val="225"/>
              </a:spcAft>
              <a:buNone/>
              <a:tabLst/>
              <a:defRPr sz="1500">
                <a:solidFill>
                  <a:schemeClr val="tx1"/>
                </a:solidFill>
              </a:defRPr>
            </a:lvl1pPr>
            <a:lvl2pPr marL="238125" indent="-238125">
              <a:lnSpc>
                <a:spcPct val="100000"/>
              </a:lnSpc>
              <a:spcBef>
                <a:spcPts val="450"/>
              </a:spcBef>
              <a:spcAft>
                <a:spcPts val="225"/>
              </a:spcAft>
              <a:buClr>
                <a:schemeClr val="accent1"/>
              </a:buClr>
              <a:buFont typeface="Arial" charset="0"/>
              <a:buChar char="•"/>
              <a:tabLst/>
              <a:defRPr sz="1500">
                <a:solidFill>
                  <a:schemeClr val="tx1"/>
                </a:solidFill>
              </a:defRPr>
            </a:lvl2pPr>
            <a:lvl3pPr marL="404813" indent="-136922">
              <a:lnSpc>
                <a:spcPct val="100000"/>
              </a:lnSpc>
              <a:spcBef>
                <a:spcPts val="450"/>
              </a:spcBef>
              <a:spcAft>
                <a:spcPts val="225"/>
              </a:spcAft>
              <a:buClr>
                <a:schemeClr val="tx1"/>
              </a:buClr>
              <a:tabLst/>
              <a:defRPr sz="1500">
                <a:solidFill>
                  <a:schemeClr val="tx1"/>
                </a:solidFill>
              </a:defRPr>
            </a:lvl3pPr>
            <a:lvl4pPr marL="619125" indent="-196453">
              <a:lnSpc>
                <a:spcPct val="100000"/>
              </a:lnSpc>
              <a:spcBef>
                <a:spcPts val="450"/>
              </a:spcBef>
              <a:spcAft>
                <a:spcPts val="0"/>
              </a:spcAft>
              <a:buFont typeface=".AppleSystemUIFont" charset="-120"/>
              <a:buChar char="–"/>
              <a:tabLst/>
              <a:defRPr sz="1500">
                <a:solidFill>
                  <a:schemeClr val="tx1"/>
                </a:solidFill>
              </a:defRPr>
            </a:lvl4pPr>
            <a:lvl5pPr marL="619125" indent="-214313">
              <a:lnSpc>
                <a:spcPct val="100000"/>
              </a:lnSpc>
              <a:spcBef>
                <a:spcPts val="450"/>
              </a:spcBef>
              <a:buFont typeface="+mj-lt"/>
              <a:buAutoNum type="arabicPeriod"/>
              <a:tabLst/>
              <a:defRPr sz="15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p:cNvSpPr>
            <a:spLocks noGrp="1"/>
          </p:cNvSpPr>
          <p:nvPr>
            <p:ph type="body" sz="quarter" idx="11"/>
          </p:nvPr>
        </p:nvSpPr>
        <p:spPr>
          <a:xfrm>
            <a:off x="371499" y="342900"/>
            <a:ext cx="4051365" cy="269082"/>
          </a:xfrm>
        </p:spPr>
        <p:txBody>
          <a:bodyPr lIns="0" tIns="0" rIns="0" bIns="0" anchor="ctr" anchorCtr="0">
            <a:noAutofit/>
          </a:bodyPr>
          <a:lstStyle>
            <a:lvl1pPr marL="0" indent="0">
              <a:buNone/>
              <a:defRPr sz="525" cap="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673586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0000" y="854534"/>
            <a:ext cx="6343707" cy="332257"/>
          </a:xfrm>
          <a:prstGeom prst="rect">
            <a:avLst/>
          </a:prstGeom>
        </p:spPr>
        <p:txBody>
          <a:bodyPr vert="horz" lIns="0" tIns="0" rIns="0" bIns="0" rtlCol="0" anchor="t" anchorCtr="0">
            <a:noAutofit/>
          </a:bodyPr>
          <a:lstStyle/>
          <a:p>
            <a:r>
              <a:rPr lang="en-US"/>
              <a:t>Click to edit Master title style</a:t>
            </a:r>
            <a:endParaRPr lang="en-AU"/>
          </a:p>
        </p:txBody>
      </p:sp>
      <p:sp>
        <p:nvSpPr>
          <p:cNvPr id="3" name="Text Placeholder 2"/>
          <p:cNvSpPr>
            <a:spLocks noGrp="1"/>
          </p:cNvSpPr>
          <p:nvPr>
            <p:ph type="body" idx="1"/>
          </p:nvPr>
        </p:nvSpPr>
        <p:spPr>
          <a:xfrm>
            <a:off x="540000" y="1620001"/>
            <a:ext cx="8100001" cy="45259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Footer Placeholder 4"/>
          <p:cNvSpPr>
            <a:spLocks noGrp="1"/>
          </p:cNvSpPr>
          <p:nvPr>
            <p:ph type="ftr" sz="quarter" idx="3"/>
          </p:nvPr>
        </p:nvSpPr>
        <p:spPr>
          <a:xfrm>
            <a:off x="540001" y="6309322"/>
            <a:ext cx="4050506" cy="365125"/>
          </a:xfrm>
          <a:prstGeom prst="rect">
            <a:avLst/>
          </a:prstGeom>
        </p:spPr>
        <p:txBody>
          <a:bodyPr vert="horz" lIns="0" tIns="0" rIns="0" bIns="0" rtlCol="0" anchor="ctr"/>
          <a:lstStyle>
            <a:lvl1pPr algn="l">
              <a:defRPr sz="1050">
                <a:solidFill>
                  <a:schemeClr val="tx1">
                    <a:tint val="75000"/>
                  </a:schemeClr>
                </a:solidFill>
              </a:defRPr>
            </a:lvl1pPr>
          </a:lstStyle>
          <a:p>
            <a:r>
              <a:rPr lang="en-AU"/>
              <a:t>OFFICE | FACULTY | DEPARTMENT</a:t>
            </a:r>
          </a:p>
        </p:txBody>
      </p:sp>
      <p:sp>
        <p:nvSpPr>
          <p:cNvPr id="6" name="Slide Number Placeholder 5"/>
          <p:cNvSpPr>
            <a:spLocks noGrp="1"/>
          </p:cNvSpPr>
          <p:nvPr>
            <p:ph type="sldNum" sz="quarter" idx="4"/>
          </p:nvPr>
        </p:nvSpPr>
        <p:spPr>
          <a:xfrm>
            <a:off x="8255478" y="6309322"/>
            <a:ext cx="367027" cy="365125"/>
          </a:xfrm>
          <a:prstGeom prst="rect">
            <a:avLst/>
          </a:prstGeom>
        </p:spPr>
        <p:txBody>
          <a:bodyPr vert="horz" lIns="0" tIns="0" rIns="0" bIns="0" rtlCol="0" anchor="ctr"/>
          <a:lstStyle>
            <a:lvl1pPr algn="r">
              <a:defRPr sz="1050">
                <a:solidFill>
                  <a:schemeClr val="tx1">
                    <a:tint val="75000"/>
                  </a:schemeClr>
                </a:solidFill>
              </a:defRPr>
            </a:lvl1pPr>
          </a:lstStyle>
          <a:p>
            <a:fld id="{D9C42BCC-44E8-4F98-A8FE-EAF16D8C1E6E}" type="slidenum">
              <a:rPr lang="en-AU" smtClean="0"/>
              <a:pPr/>
              <a:t>‹#›</a:t>
            </a:fld>
            <a:endParaRPr lang="en-AU"/>
          </a:p>
        </p:txBody>
      </p:sp>
      <p:pic>
        <p:nvPicPr>
          <p:cNvPr id="1026" name="Picture 2"/>
          <p:cNvPicPr preferRelativeResize="0">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540000" y="1519247"/>
            <a:ext cx="8100000" cy="12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6763131" y="141749"/>
            <a:ext cx="2037600" cy="762730"/>
          </a:xfrm>
          <a:prstGeom prst="rect">
            <a:avLst/>
          </a:prstGeom>
        </p:spPr>
      </p:pic>
      <p:pic>
        <p:nvPicPr>
          <p:cNvPr id="9" name="Picture 8">
            <a:extLst>
              <a:ext uri="{FF2B5EF4-FFF2-40B4-BE49-F238E27FC236}">
                <a16:creationId xmlns:a16="http://schemas.microsoft.com/office/drawing/2014/main" id="{1FB12B2D-EA4F-4A19-9D48-D0DCDB7D26A3}"/>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540000" y="294661"/>
            <a:ext cx="1258827" cy="423673"/>
          </a:xfrm>
          <a:prstGeom prst="rect">
            <a:avLst/>
          </a:prstGeom>
        </p:spPr>
      </p:pic>
    </p:spTree>
    <p:extLst>
      <p:ext uri="{BB962C8B-B14F-4D97-AF65-F5344CB8AC3E}">
        <p14:creationId xmlns:p14="http://schemas.microsoft.com/office/powerpoint/2010/main" val="1341762694"/>
      </p:ext>
    </p:extLst>
  </p:cSld>
  <p:clrMap bg1="lt1" tx1="dk1" bg2="lt2" tx2="dk2" accent1="accent1" accent2="accent2" accent3="accent3" accent4="accent4" accent5="accent5" accent6="accent6" hlink="hlink" folHlink="folHlink"/>
  <p:sldLayoutIdLst>
    <p:sldLayoutId id="2147483649" r:id="rId1"/>
    <p:sldLayoutId id="2147483668" r:id="rId2"/>
    <p:sldLayoutId id="2147483667" r:id="rId3"/>
    <p:sldLayoutId id="2147483651" r:id="rId4"/>
    <p:sldLayoutId id="2147483650" r:id="rId5"/>
    <p:sldLayoutId id="2147483660" r:id="rId6"/>
    <p:sldLayoutId id="2147483661" r:id="rId7"/>
    <p:sldLayoutId id="2147483662" r:id="rId8"/>
    <p:sldLayoutId id="2147483663" r:id="rId9"/>
    <p:sldLayoutId id="2147483664" r:id="rId10"/>
    <p:sldLayoutId id="2147483655" r:id="rId11"/>
    <p:sldLayoutId id="2147483672" r:id="rId12"/>
    <p:sldLayoutId id="2147483675" r:id="rId13"/>
  </p:sldLayoutIdLst>
  <p:hf hdr="0" dt="0"/>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1pPr>
      <a:lvl2pPr marL="800100" indent="-342900" algn="l" defTabSz="914400" rtl="0" eaLnBrk="1" latinLnBrk="0" hangingPunct="1">
        <a:spcBef>
          <a:spcPct val="20000"/>
        </a:spcBef>
        <a:buFont typeface="Georgia" panose="02040502050405020303" pitchFamily="18" charset="0"/>
        <a:buChar char="―"/>
        <a:defRPr sz="1800" kern="1200">
          <a:solidFill>
            <a:schemeClr val="tx1"/>
          </a:solidFill>
          <a:latin typeface="+mn-lt"/>
          <a:ea typeface="+mn-ea"/>
          <a:cs typeface="+mn-cs"/>
        </a:defRPr>
      </a:lvl2pPr>
      <a:lvl3pPr marL="1200150" indent="-285750" algn="l" defTabSz="914400" rtl="0" eaLnBrk="1" latinLnBrk="0" hangingPunct="1">
        <a:spcBef>
          <a:spcPct val="20000"/>
        </a:spcBef>
        <a:buFont typeface="Wingdings" panose="05000000000000000000" pitchFamily="2" charset="2"/>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Georgia" panose="02040502050405020303" pitchFamily="18"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userDrawn="1">
          <p15:clr>
            <a:srgbClr val="F26B43"/>
          </p15:clr>
        </p15:guide>
        <p15:guide id="2" pos="32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14.png"/><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9.svg"/><Relationship Id="rId7" Type="http://schemas.openxmlformats.org/officeDocument/2006/relationships/image" Target="../media/image33.svg"/><Relationship Id="rId2" Type="http://schemas.openxmlformats.org/officeDocument/2006/relationships/image" Target="../media/image28.png"/><Relationship Id="rId1" Type="http://schemas.openxmlformats.org/officeDocument/2006/relationships/slideLayout" Target="../slideLayouts/slideLayout5.xml"/><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9.svg"/><Relationship Id="rId7" Type="http://schemas.openxmlformats.org/officeDocument/2006/relationships/image" Target="../media/image43.svg"/><Relationship Id="rId2" Type="http://schemas.openxmlformats.org/officeDocument/2006/relationships/image" Target="../media/image38.png"/><Relationship Id="rId1" Type="http://schemas.openxmlformats.org/officeDocument/2006/relationships/slideLayout" Target="../slideLayouts/slideLayout5.xml"/><Relationship Id="rId6" Type="http://schemas.openxmlformats.org/officeDocument/2006/relationships/image" Target="../media/image42.png"/><Relationship Id="rId5" Type="http://schemas.openxmlformats.org/officeDocument/2006/relationships/image" Target="../media/image41.svg"/><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46.svg"/><Relationship Id="rId7" Type="http://schemas.openxmlformats.org/officeDocument/2006/relationships/image" Target="../media/image50.svg"/><Relationship Id="rId2" Type="http://schemas.openxmlformats.org/officeDocument/2006/relationships/image" Target="../media/image45.png"/><Relationship Id="rId1" Type="http://schemas.openxmlformats.org/officeDocument/2006/relationships/slideLayout" Target="../slideLayouts/slideLayout5.xm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8" Type="http://schemas.openxmlformats.org/officeDocument/2006/relationships/hyperlink" Target="https://impact100global.org/" TargetMode="External"/><Relationship Id="rId3" Type="http://schemas.openxmlformats.org/officeDocument/2006/relationships/hyperlink" Target="https://www.abs.gov.au/statistics/people/people-and-communities/socio-economic-indexes-area" TargetMode="External"/><Relationship Id="rId7" Type="http://schemas.openxmlformats.org/officeDocument/2006/relationships/hyperlink" Target="https://www.ibm.com/think/topics/data-quality#:~:text=Data%20quality%20measures%20how%20well,governance%20initiatives%20within%20an%20organization" TargetMode="External"/><Relationship Id="rId12" Type="http://schemas.openxmlformats.org/officeDocument/2006/relationships/hyperlink" Target="https://www.mromagazine.com/features/digitalization-operations-technology-and-the-importance" TargetMode="External"/><Relationship Id="rId2" Type="http://schemas.openxmlformats.org/officeDocument/2006/relationships/hyperlink" Target="https://www.acnc.gov.au/tools/reports/australian-charities-report-10th-edition" TargetMode="External"/><Relationship Id="rId1" Type="http://schemas.openxmlformats.org/officeDocument/2006/relationships/slideLayout" Target="../slideLayouts/slideLayout5.xml"/><Relationship Id="rId6" Type="http://schemas.openxmlformats.org/officeDocument/2006/relationships/hyperlink" Target="https://www.cityofsydney.nsw.gov.au/policy-planning-changes/have-your-say-updated-communit" TargetMode="External"/><Relationship Id="rId11" Type="http://schemas.openxmlformats.org/officeDocument/2006/relationships/hyperlink" Target="https://dashboards.sdgindex.org/downloads" TargetMode="External"/><Relationship Id="rId5" Type="http://schemas.openxmlformats.org/officeDocument/2006/relationships/hyperlink" Target="https://www.acnc.gov.au/charity/charities" TargetMode="External"/><Relationship Id="rId10" Type="http://schemas.openxmlformats.org/officeDocument/2006/relationships/hyperlink" Target="https://www.mq.edu.au/study/admissions-and-entry/pathways/requirements/student-profiles" TargetMode="External"/><Relationship Id="rId4" Type="http://schemas.openxmlformats.org/officeDocument/2006/relationships/hyperlink" Target="https://communityfoundation.org.au/philanthropic-services/acf-advisory/" TargetMode="External"/><Relationship Id="rId9" Type="http://schemas.openxmlformats.org/officeDocument/2006/relationships/hyperlink" Target="https://fpt.org.au/wp-content/uploads/2021/02/Impact100-Media-Family-Planning-Tasmania-Win"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61704" y="942120"/>
            <a:ext cx="8088993" cy="648000"/>
          </a:xfrm>
        </p:spPr>
        <p:txBody>
          <a:bodyPr/>
          <a:lstStyle/>
          <a:p>
            <a:r>
              <a:rPr lang="en-AU"/>
              <a:t>BUSA3021 PACE Business Analytics Project</a:t>
            </a:r>
            <a:br>
              <a:rPr lang="en-AU"/>
            </a:br>
            <a:endParaRPr lang="en-AU"/>
          </a:p>
        </p:txBody>
      </p:sp>
      <p:sp>
        <p:nvSpPr>
          <p:cNvPr id="2" name="TextBox 1">
            <a:extLst>
              <a:ext uri="{FF2B5EF4-FFF2-40B4-BE49-F238E27FC236}">
                <a16:creationId xmlns:a16="http://schemas.microsoft.com/office/drawing/2014/main" id="{524BE737-1854-E949-971A-D4A21B91893C}"/>
              </a:ext>
            </a:extLst>
          </p:cNvPr>
          <p:cNvSpPr txBox="1"/>
          <p:nvPr/>
        </p:nvSpPr>
        <p:spPr>
          <a:xfrm>
            <a:off x="-82524" y="1991017"/>
            <a:ext cx="8797927" cy="1015663"/>
          </a:xfrm>
          <a:prstGeom prst="rect">
            <a:avLst/>
          </a:prstGeom>
          <a:noFill/>
        </p:spPr>
        <p:txBody>
          <a:bodyPr wrap="square" rtlCol="0">
            <a:spAutoFit/>
          </a:bodyPr>
          <a:lstStyle/>
          <a:p>
            <a:pPr algn="ctr"/>
            <a:r>
              <a:rPr lang="en-US" sz="2400" b="1"/>
              <a:t>Week 13 Expo    </a:t>
            </a:r>
          </a:p>
          <a:p>
            <a:r>
              <a:rPr lang="en-US" b="1"/>
              <a:t>		</a:t>
            </a:r>
          </a:p>
          <a:p>
            <a:endParaRPr lang="en-US"/>
          </a:p>
        </p:txBody>
      </p:sp>
      <p:sp>
        <p:nvSpPr>
          <p:cNvPr id="5" name="TextBox 4">
            <a:extLst>
              <a:ext uri="{FF2B5EF4-FFF2-40B4-BE49-F238E27FC236}">
                <a16:creationId xmlns:a16="http://schemas.microsoft.com/office/drawing/2014/main" id="{57E2C8B3-F5A5-2A80-6A65-8DA4A1FB00D7}"/>
              </a:ext>
            </a:extLst>
          </p:cNvPr>
          <p:cNvSpPr txBox="1"/>
          <p:nvPr/>
        </p:nvSpPr>
        <p:spPr>
          <a:xfrm>
            <a:off x="3769003" y="1445913"/>
            <a:ext cx="2978727" cy="369332"/>
          </a:xfrm>
          <a:prstGeom prst="rect">
            <a:avLst/>
          </a:prstGeom>
          <a:noFill/>
        </p:spPr>
        <p:txBody>
          <a:bodyPr wrap="square" rtlCol="0">
            <a:spAutoFit/>
          </a:bodyPr>
          <a:lstStyle/>
          <a:p>
            <a:r>
              <a:rPr lang="en-US" b="1"/>
              <a:t>S2 2024</a:t>
            </a:r>
            <a:endParaRPr lang="en-US"/>
          </a:p>
        </p:txBody>
      </p:sp>
      <p:sp>
        <p:nvSpPr>
          <p:cNvPr id="6" name="TextBox 5">
            <a:extLst>
              <a:ext uri="{FF2B5EF4-FFF2-40B4-BE49-F238E27FC236}">
                <a16:creationId xmlns:a16="http://schemas.microsoft.com/office/drawing/2014/main" id="{5F5C31FC-48E5-5212-8C52-7EB455896717}"/>
              </a:ext>
            </a:extLst>
          </p:cNvPr>
          <p:cNvSpPr txBox="1"/>
          <p:nvPr/>
        </p:nvSpPr>
        <p:spPr>
          <a:xfrm>
            <a:off x="664502" y="3721573"/>
            <a:ext cx="5078027" cy="2154436"/>
          </a:xfrm>
          <a:prstGeom prst="rect">
            <a:avLst/>
          </a:prstGeom>
          <a:noFill/>
        </p:spPr>
        <p:txBody>
          <a:bodyPr wrap="square" lIns="91440" tIns="45720" rIns="91440" bIns="45720" rtlCol="0" anchor="t">
            <a:spAutoFit/>
          </a:bodyPr>
          <a:lstStyle/>
          <a:p>
            <a:r>
              <a:rPr lang="en-US" b="1">
                <a:solidFill>
                  <a:schemeClr val="bg1"/>
                </a:solidFill>
              </a:rPr>
              <a:t>Group No:</a:t>
            </a:r>
            <a:r>
              <a:rPr lang="en-US">
                <a:solidFill>
                  <a:schemeClr val="bg1"/>
                </a:solidFill>
              </a:rPr>
              <a:t> 8</a:t>
            </a:r>
          </a:p>
          <a:p>
            <a:endParaRPr lang="en-US">
              <a:solidFill>
                <a:schemeClr val="bg1"/>
              </a:solidFill>
              <a:cs typeface="Arial"/>
            </a:endParaRPr>
          </a:p>
          <a:p>
            <a:r>
              <a:rPr lang="en-US" b="1">
                <a:solidFill>
                  <a:schemeClr val="bg1"/>
                </a:solidFill>
              </a:rPr>
              <a:t>Group Members:</a:t>
            </a:r>
            <a:endParaRPr lang="en-US" b="1">
              <a:solidFill>
                <a:schemeClr val="bg1"/>
              </a:solidFill>
              <a:cs typeface="Arial"/>
            </a:endParaRPr>
          </a:p>
          <a:p>
            <a:r>
              <a:rPr lang="en-US" sz="1600">
                <a:solidFill>
                  <a:schemeClr val="bg1"/>
                </a:solidFill>
              </a:rPr>
              <a:t>Anisha Nawar Hoque 46738258</a:t>
            </a:r>
            <a:endParaRPr lang="en-US" sz="1600">
              <a:solidFill>
                <a:schemeClr val="bg1"/>
              </a:solidFill>
              <a:cs typeface="Arial"/>
            </a:endParaRPr>
          </a:p>
          <a:p>
            <a:r>
              <a:rPr lang="en-US" sz="1600">
                <a:solidFill>
                  <a:schemeClr val="bg1"/>
                </a:solidFill>
                <a:cs typeface="Arial"/>
              </a:rPr>
              <a:t>Aye Chan Soe 47462736</a:t>
            </a:r>
          </a:p>
          <a:p>
            <a:r>
              <a:rPr lang="en-US" sz="1600">
                <a:solidFill>
                  <a:schemeClr val="bg1"/>
                </a:solidFill>
                <a:cs typeface="Arial"/>
              </a:rPr>
              <a:t>Jan Calimquim 46635394</a:t>
            </a:r>
          </a:p>
          <a:p>
            <a:r>
              <a:rPr lang="en-US" sz="1600">
                <a:solidFill>
                  <a:schemeClr val="bg1"/>
                </a:solidFill>
                <a:cs typeface="Arial"/>
              </a:rPr>
              <a:t>Ye Lin Soe 47462825</a:t>
            </a:r>
          </a:p>
          <a:p>
            <a:r>
              <a:rPr lang="en-US" sz="1600">
                <a:solidFill>
                  <a:schemeClr val="bg1"/>
                </a:solidFill>
                <a:cs typeface="Arial"/>
              </a:rPr>
              <a:t>Zin </a:t>
            </a:r>
            <a:r>
              <a:rPr lang="en-US" sz="1600" err="1">
                <a:solidFill>
                  <a:schemeClr val="bg1"/>
                </a:solidFill>
                <a:cs typeface="Arial"/>
              </a:rPr>
              <a:t>Zin</a:t>
            </a:r>
            <a:r>
              <a:rPr lang="en-US" sz="1600">
                <a:solidFill>
                  <a:schemeClr val="bg1"/>
                </a:solidFill>
                <a:cs typeface="Arial"/>
              </a:rPr>
              <a:t> Aye Chan 46866531</a:t>
            </a:r>
            <a:endParaRPr lang="en-US"/>
          </a:p>
        </p:txBody>
      </p:sp>
    </p:spTree>
    <p:extLst>
      <p:ext uri="{BB962C8B-B14F-4D97-AF65-F5344CB8AC3E}">
        <p14:creationId xmlns:p14="http://schemas.microsoft.com/office/powerpoint/2010/main" val="819476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7B8DB-B201-2E23-B3FF-4671EF5B8F7D}"/>
              </a:ext>
            </a:extLst>
          </p:cNvPr>
          <p:cNvSpPr>
            <a:spLocks noGrp="1"/>
          </p:cNvSpPr>
          <p:nvPr>
            <p:ph type="title"/>
          </p:nvPr>
        </p:nvSpPr>
        <p:spPr/>
        <p:txBody>
          <a:bodyPr/>
          <a:lstStyle/>
          <a:p>
            <a:r>
              <a:rPr lang="en-US">
                <a:cs typeface="Arial"/>
              </a:rPr>
              <a:t>Persona Description</a:t>
            </a:r>
            <a:endParaRPr lang="en-US"/>
          </a:p>
        </p:txBody>
      </p:sp>
      <p:graphicFrame>
        <p:nvGraphicFramePr>
          <p:cNvPr id="7" name="Content Placeholder 6">
            <a:extLst>
              <a:ext uri="{FF2B5EF4-FFF2-40B4-BE49-F238E27FC236}">
                <a16:creationId xmlns:a16="http://schemas.microsoft.com/office/drawing/2014/main" id="{16625839-6388-7318-2538-F448F40AEA44}"/>
              </a:ext>
            </a:extLst>
          </p:cNvPr>
          <p:cNvGraphicFramePr>
            <a:graphicFrameLocks noGrp="1"/>
          </p:cNvGraphicFramePr>
          <p:nvPr>
            <p:ph idx="1"/>
            <p:extLst>
              <p:ext uri="{D42A27DB-BD31-4B8C-83A1-F6EECF244321}">
                <p14:modId xmlns:p14="http://schemas.microsoft.com/office/powerpoint/2010/main" val="444412688"/>
              </p:ext>
            </p:extLst>
          </p:nvPr>
        </p:nvGraphicFramePr>
        <p:xfrm>
          <a:off x="522817" y="1715206"/>
          <a:ext cx="8101008" cy="4391831"/>
        </p:xfrm>
        <a:graphic>
          <a:graphicData uri="http://schemas.openxmlformats.org/drawingml/2006/table">
            <a:tbl>
              <a:tblPr firstRow="1" bandRow="1">
                <a:tableStyleId>{2D5ABB26-0587-4C30-8999-92F81FD0307C}</a:tableStyleId>
              </a:tblPr>
              <a:tblGrid>
                <a:gridCol w="2058596">
                  <a:extLst>
                    <a:ext uri="{9D8B030D-6E8A-4147-A177-3AD203B41FA5}">
                      <a16:colId xmlns:a16="http://schemas.microsoft.com/office/drawing/2014/main" val="1723854704"/>
                    </a:ext>
                  </a:extLst>
                </a:gridCol>
                <a:gridCol w="6042412">
                  <a:extLst>
                    <a:ext uri="{9D8B030D-6E8A-4147-A177-3AD203B41FA5}">
                      <a16:colId xmlns:a16="http://schemas.microsoft.com/office/drawing/2014/main" val="579125014"/>
                    </a:ext>
                  </a:extLst>
                </a:gridCol>
              </a:tblGrid>
              <a:tr h="777957">
                <a:tc>
                  <a:txBody>
                    <a:bodyPr/>
                    <a:lstStyle/>
                    <a:p>
                      <a:pPr algn="l"/>
                      <a:r>
                        <a:rPr lang="en-US" sz="1400" b="1">
                          <a:solidFill>
                            <a:schemeClr val="bg1"/>
                          </a:solidFill>
                        </a:rPr>
                        <a:t>Persona 1</a:t>
                      </a:r>
                    </a:p>
                  </a:txBody>
                  <a:tcPr anchor="ctr">
                    <a:lnL w="12700">
                      <a:solidFill>
                        <a:schemeClr val="bg1"/>
                      </a:solidFill>
                    </a:lnL>
                    <a:lnR w="12700">
                      <a:solidFill>
                        <a:schemeClr val="bg1"/>
                      </a:solidFill>
                    </a:lnR>
                    <a:lnT w="12700">
                      <a:solidFill>
                        <a:schemeClr val="bg1"/>
                      </a:solidFill>
                    </a:lnT>
                    <a:lnB w="12700">
                      <a:solidFill>
                        <a:schemeClr val="bg1"/>
                      </a:solidFill>
                    </a:lnB>
                    <a:solidFill>
                      <a:srgbClr val="A6192E"/>
                    </a:solidFill>
                  </a:tcPr>
                </a:tc>
                <a:tc>
                  <a:txBody>
                    <a:bodyPr/>
                    <a:lstStyle/>
                    <a:p>
                      <a:pPr marL="0" lvl="0" indent="0" algn="l">
                        <a:buNone/>
                      </a:pPr>
                      <a:r>
                        <a:rPr lang="en-US" sz="1400" u="none" strike="noStrike" noProof="0">
                          <a:solidFill>
                            <a:srgbClr val="000000"/>
                          </a:solidFill>
                        </a:rPr>
                        <a:t>Farida &lt;BA graduate and Impact100 enthusiast&gt;</a:t>
                      </a:r>
                      <a:endParaRPr lang="en-US" sz="1400">
                        <a:solidFill>
                          <a:srgbClr val="000000"/>
                        </a:solidFill>
                      </a:endParaRPr>
                    </a:p>
                  </a:txBody>
                  <a:tcPr anchor="ctr">
                    <a:lnL w="12700">
                      <a:solidFill>
                        <a:schemeClr val="bg1"/>
                      </a:solidFill>
                    </a:lnL>
                    <a:lnR w="12700">
                      <a:solidFill>
                        <a:schemeClr val="bg1"/>
                      </a:solidFill>
                    </a:lnR>
                    <a:lnT w="12700">
                      <a:solidFill>
                        <a:schemeClr val="bg1"/>
                      </a:solidFill>
                    </a:lnT>
                    <a:lnB w="12700">
                      <a:solidFill>
                        <a:schemeClr val="bg1"/>
                      </a:solidFill>
                    </a:lnB>
                    <a:solidFill>
                      <a:srgbClr val="D6D2C4"/>
                    </a:solidFill>
                  </a:tcPr>
                </a:tc>
                <a:extLst>
                  <a:ext uri="{0D108BD9-81ED-4DB2-BD59-A6C34878D82A}">
                    <a16:rowId xmlns:a16="http://schemas.microsoft.com/office/drawing/2014/main" val="520560991"/>
                  </a:ext>
                </a:extLst>
              </a:tr>
              <a:tr h="598429">
                <a:tc>
                  <a:txBody>
                    <a:bodyPr/>
                    <a:lstStyle/>
                    <a:p>
                      <a:pPr lvl="0" algn="l">
                        <a:buNone/>
                      </a:pPr>
                      <a:r>
                        <a:rPr lang="en-US" sz="1400" b="1" u="none" strike="noStrike" noProof="0">
                          <a:solidFill>
                            <a:schemeClr val="bg1"/>
                          </a:solidFill>
                        </a:rPr>
                        <a:t>Role</a:t>
                      </a:r>
                      <a:endParaRPr lang="en-US" sz="1400" b="1">
                        <a:solidFill>
                          <a:schemeClr val="bg1"/>
                        </a:solidFill>
                      </a:endParaRPr>
                    </a:p>
                  </a:txBody>
                  <a:tcPr anchor="ctr">
                    <a:lnL w="12700">
                      <a:solidFill>
                        <a:schemeClr val="bg1"/>
                      </a:solidFill>
                    </a:lnL>
                    <a:lnR w="12700">
                      <a:solidFill>
                        <a:schemeClr val="bg1"/>
                      </a:solidFill>
                    </a:lnR>
                    <a:lnT w="12700">
                      <a:solidFill>
                        <a:schemeClr val="bg1"/>
                      </a:solidFill>
                    </a:lnT>
                    <a:lnB w="12700">
                      <a:solidFill>
                        <a:schemeClr val="bg1"/>
                      </a:solidFill>
                    </a:lnB>
                    <a:solidFill>
                      <a:srgbClr val="A6192E"/>
                    </a:solidFill>
                  </a:tcPr>
                </a:tc>
                <a:tc>
                  <a:txBody>
                    <a:bodyPr/>
                    <a:lstStyle/>
                    <a:p>
                      <a:pPr marL="0" lvl="0" indent="0" algn="l">
                        <a:buNone/>
                      </a:pPr>
                      <a:r>
                        <a:rPr lang="en-US" sz="1400" u="none" strike="noStrike" noProof="0">
                          <a:solidFill>
                            <a:srgbClr val="000000"/>
                          </a:solidFill>
                        </a:rPr>
                        <a:t>A recent BA graduate form MQ University</a:t>
                      </a:r>
                      <a:endParaRPr lang="en-US" sz="1400"/>
                    </a:p>
                  </a:txBody>
                  <a:tcPr anchor="ctr">
                    <a:lnL w="12700">
                      <a:solidFill>
                        <a:schemeClr val="bg1"/>
                      </a:solidFill>
                    </a:lnL>
                    <a:lnR w="12700">
                      <a:solidFill>
                        <a:schemeClr val="bg1"/>
                      </a:solidFill>
                    </a:lnR>
                    <a:lnT w="12700">
                      <a:solidFill>
                        <a:schemeClr val="bg1"/>
                      </a:solidFill>
                    </a:lnT>
                    <a:lnB w="12700">
                      <a:solidFill>
                        <a:schemeClr val="bg1"/>
                      </a:solidFill>
                    </a:lnB>
                    <a:solidFill>
                      <a:srgbClr val="E6E4DC"/>
                    </a:solidFill>
                  </a:tcPr>
                </a:tc>
                <a:extLst>
                  <a:ext uri="{0D108BD9-81ED-4DB2-BD59-A6C34878D82A}">
                    <a16:rowId xmlns:a16="http://schemas.microsoft.com/office/drawing/2014/main" val="148942620"/>
                  </a:ext>
                </a:extLst>
              </a:tr>
              <a:tr h="921581">
                <a:tc>
                  <a:txBody>
                    <a:bodyPr/>
                    <a:lstStyle/>
                    <a:p>
                      <a:pPr lvl="0" algn="l">
                        <a:lnSpc>
                          <a:spcPct val="100000"/>
                        </a:lnSpc>
                        <a:spcBef>
                          <a:spcPts val="0"/>
                        </a:spcBef>
                        <a:spcAft>
                          <a:spcPts val="0"/>
                        </a:spcAft>
                        <a:buNone/>
                      </a:pPr>
                      <a:endParaRPr lang="en-US" sz="1400" b="1" u="none" strike="noStrike" noProof="0">
                        <a:solidFill>
                          <a:schemeClr val="bg1"/>
                        </a:solidFill>
                      </a:endParaRPr>
                    </a:p>
                    <a:p>
                      <a:pPr lvl="0" algn="l">
                        <a:buNone/>
                      </a:pPr>
                      <a:r>
                        <a:rPr lang="en-US" sz="1400" b="1" u="none" strike="noStrike" noProof="0">
                          <a:solidFill>
                            <a:schemeClr val="bg1"/>
                          </a:solidFill>
                        </a:rPr>
                        <a:t>Context of their work/role</a:t>
                      </a:r>
                      <a:br>
                        <a:rPr lang="en-US" sz="1400" b="1">
                          <a:solidFill>
                            <a:srgbClr val="FFFFFF"/>
                          </a:solidFill>
                        </a:rPr>
                      </a:br>
                      <a:endParaRPr lang="en-US" sz="1400" b="1">
                        <a:solidFill>
                          <a:srgbClr val="FFFFFF"/>
                        </a:solidFill>
                      </a:endParaRPr>
                    </a:p>
                  </a:txBody>
                  <a:tcPr anchor="ctr">
                    <a:lnL w="12700">
                      <a:solidFill>
                        <a:schemeClr val="bg1"/>
                      </a:solidFill>
                    </a:lnL>
                    <a:lnR w="12700">
                      <a:solidFill>
                        <a:schemeClr val="bg1"/>
                      </a:solidFill>
                    </a:lnR>
                    <a:lnT w="12700">
                      <a:solidFill>
                        <a:schemeClr val="bg1"/>
                      </a:solidFill>
                    </a:lnT>
                    <a:lnB w="12700">
                      <a:solidFill>
                        <a:schemeClr val="bg1"/>
                      </a:solidFill>
                    </a:lnB>
                    <a:solidFill>
                      <a:srgbClr val="A6192E"/>
                    </a:solidFill>
                  </a:tcPr>
                </a:tc>
                <a:tc>
                  <a:txBody>
                    <a:bodyPr/>
                    <a:lstStyle/>
                    <a:p>
                      <a:pPr lvl="0" algn="just">
                        <a:buNone/>
                      </a:pPr>
                      <a:r>
                        <a:rPr lang="en-US" sz="1400" u="none" strike="noStrike" baseline="0" noProof="0">
                          <a:solidFill>
                            <a:srgbClr val="000000"/>
                          </a:solidFill>
                        </a:rPr>
                        <a:t>Passionate about Social impact and Sustainable Development Goals Has advanced skills in visual data exploration Interested in engaging with Impact100 Sydney and/or other chapters of Impact100</a:t>
                      </a:r>
                      <a:endParaRPr lang="en-US" sz="1400"/>
                    </a:p>
                  </a:txBody>
                  <a:tcPr anchor="ctr">
                    <a:lnL w="12700">
                      <a:solidFill>
                        <a:schemeClr val="bg1"/>
                      </a:solidFill>
                    </a:lnL>
                    <a:lnR w="12700">
                      <a:solidFill>
                        <a:schemeClr val="bg1"/>
                      </a:solidFill>
                    </a:lnR>
                    <a:lnT w="12700">
                      <a:solidFill>
                        <a:schemeClr val="bg1"/>
                      </a:solidFill>
                    </a:lnT>
                    <a:lnB w="12700">
                      <a:solidFill>
                        <a:schemeClr val="bg1"/>
                      </a:solidFill>
                    </a:lnB>
                    <a:solidFill>
                      <a:srgbClr val="D6D2C4"/>
                    </a:solidFill>
                  </a:tcPr>
                </a:tc>
                <a:extLst>
                  <a:ext uri="{0D108BD9-81ED-4DB2-BD59-A6C34878D82A}">
                    <a16:rowId xmlns:a16="http://schemas.microsoft.com/office/drawing/2014/main" val="1870493171"/>
                  </a:ext>
                </a:extLst>
              </a:tr>
              <a:tr h="2070565">
                <a:tc>
                  <a:txBody>
                    <a:bodyPr/>
                    <a:lstStyle/>
                    <a:p>
                      <a:pPr lvl="0" algn="l">
                        <a:buNone/>
                      </a:pPr>
                      <a:r>
                        <a:rPr lang="en-US" sz="1400" b="1" u="none" strike="noStrike" noProof="0">
                          <a:solidFill>
                            <a:schemeClr val="bg1"/>
                          </a:solidFill>
                        </a:rPr>
                        <a:t>Key activities/ decision making needs and interests</a:t>
                      </a:r>
                      <a:br>
                        <a:rPr lang="en-US" b="1">
                          <a:solidFill>
                            <a:srgbClr val="FFFFFF"/>
                          </a:solidFill>
                        </a:rPr>
                      </a:br>
                      <a:endParaRPr lang="en-US" b="1">
                        <a:solidFill>
                          <a:srgbClr val="FFFFFF"/>
                        </a:solidFill>
                      </a:endParaRPr>
                    </a:p>
                  </a:txBody>
                  <a:tcPr anchor="ctr">
                    <a:lnL w="12700">
                      <a:solidFill>
                        <a:schemeClr val="bg1"/>
                      </a:solidFill>
                    </a:lnL>
                    <a:lnR w="12700">
                      <a:solidFill>
                        <a:schemeClr val="bg1"/>
                      </a:solidFill>
                    </a:lnR>
                    <a:lnT w="12700">
                      <a:solidFill>
                        <a:schemeClr val="bg1"/>
                      </a:solidFill>
                    </a:lnT>
                    <a:lnB w="12700">
                      <a:solidFill>
                        <a:schemeClr val="bg1"/>
                      </a:solidFill>
                    </a:lnB>
                    <a:solidFill>
                      <a:srgbClr val="A6192E"/>
                    </a:solidFill>
                  </a:tcPr>
                </a:tc>
                <a:tc>
                  <a:txBody>
                    <a:bodyPr/>
                    <a:lstStyle/>
                    <a:p>
                      <a:pPr lvl="0" algn="just">
                        <a:buNone/>
                      </a:pPr>
                      <a:r>
                        <a:rPr lang="en-US" sz="1400" u="none" strike="noStrike" noProof="0">
                          <a:solidFill>
                            <a:srgbClr val="000000"/>
                          </a:solidFill>
                        </a:rPr>
                        <a:t>Has an idea to contribute their BA skills and time by developing a publicly available visual data exploration environment to enable different stakeholders to explore the current chapters of Impact100 and their projects in a visual and interactive way, rather than searching the list currently provided at Chapters - Impact100 Global. These stakeholders could be interested in learning about the existing projects funded by different Impact100 Chapters, proposing a new project to Impact100 Sydney, and/or start their own Impact100 Chapter in Sydney.</a:t>
                      </a:r>
                      <a:endParaRPr lang="en-US" sz="1400"/>
                    </a:p>
                  </a:txBody>
                  <a:tcPr anchor="ctr">
                    <a:lnL w="12700">
                      <a:solidFill>
                        <a:schemeClr val="bg1"/>
                      </a:solidFill>
                    </a:lnL>
                    <a:lnR w="12700">
                      <a:solidFill>
                        <a:schemeClr val="bg1"/>
                      </a:solidFill>
                    </a:lnR>
                    <a:lnT w="12700">
                      <a:solidFill>
                        <a:schemeClr val="bg1"/>
                      </a:solidFill>
                    </a:lnT>
                    <a:lnB w="12700">
                      <a:solidFill>
                        <a:schemeClr val="bg1"/>
                      </a:solidFill>
                    </a:lnB>
                    <a:solidFill>
                      <a:srgbClr val="E6E4DC"/>
                    </a:solidFill>
                  </a:tcPr>
                </a:tc>
                <a:extLst>
                  <a:ext uri="{0D108BD9-81ED-4DB2-BD59-A6C34878D82A}">
                    <a16:rowId xmlns:a16="http://schemas.microsoft.com/office/drawing/2014/main" val="3852205353"/>
                  </a:ext>
                </a:extLst>
              </a:tr>
            </a:tbl>
          </a:graphicData>
        </a:graphic>
      </p:graphicFrame>
      <p:sp>
        <p:nvSpPr>
          <p:cNvPr id="4" name="Footer Placeholder 3">
            <a:extLst>
              <a:ext uri="{FF2B5EF4-FFF2-40B4-BE49-F238E27FC236}">
                <a16:creationId xmlns:a16="http://schemas.microsoft.com/office/drawing/2014/main" id="{88B925C2-1671-6AA8-EF7E-3CBA952CC2DF}"/>
              </a:ext>
            </a:extLst>
          </p:cNvPr>
          <p:cNvSpPr>
            <a:spLocks noGrp="1"/>
          </p:cNvSpPr>
          <p:nvPr>
            <p:ph type="ftr" sz="quarter" idx="11"/>
          </p:nvPr>
        </p:nvSpPr>
        <p:spPr/>
        <p:txBody>
          <a:bodyPr/>
          <a:lstStyle/>
          <a:p>
            <a:r>
              <a:rPr lang="en-AU"/>
              <a:t>Anisha Nawar Hoque | </a:t>
            </a:r>
            <a:r>
              <a:rPr lang="en-AU">
                <a:ea typeface="+mn-lt"/>
                <a:cs typeface="+mn-lt"/>
              </a:rPr>
              <a:t>46738258 </a:t>
            </a:r>
            <a:endParaRPr lang="en-US"/>
          </a:p>
        </p:txBody>
      </p:sp>
      <p:sp>
        <p:nvSpPr>
          <p:cNvPr id="5" name="Slide Number Placeholder 4">
            <a:extLst>
              <a:ext uri="{FF2B5EF4-FFF2-40B4-BE49-F238E27FC236}">
                <a16:creationId xmlns:a16="http://schemas.microsoft.com/office/drawing/2014/main" id="{4B4A46BF-01DE-9C74-1D49-7B3614715E37}"/>
              </a:ext>
            </a:extLst>
          </p:cNvPr>
          <p:cNvSpPr>
            <a:spLocks noGrp="1"/>
          </p:cNvSpPr>
          <p:nvPr>
            <p:ph type="sldNum" sz="quarter" idx="12"/>
          </p:nvPr>
        </p:nvSpPr>
        <p:spPr/>
        <p:txBody>
          <a:bodyPr/>
          <a:lstStyle/>
          <a:p>
            <a:fld id="{D9C42BCC-44E8-4F98-A8FE-EAF16D8C1E6E}" type="slidenum">
              <a:rPr lang="en-AU" smtClean="0"/>
              <a:pPr/>
              <a:t>2</a:t>
            </a:fld>
            <a:endParaRPr lang="en-AU"/>
          </a:p>
        </p:txBody>
      </p:sp>
      <p:sp>
        <p:nvSpPr>
          <p:cNvPr id="6" name="Text Placeholder 5">
            <a:extLst>
              <a:ext uri="{FF2B5EF4-FFF2-40B4-BE49-F238E27FC236}">
                <a16:creationId xmlns:a16="http://schemas.microsoft.com/office/drawing/2014/main" id="{B7088A0A-BF54-8B1F-28D8-390B029DF4CA}"/>
              </a:ext>
            </a:extLst>
          </p:cNvPr>
          <p:cNvSpPr>
            <a:spLocks noGrp="1"/>
          </p:cNvSpPr>
          <p:nvPr>
            <p:ph type="body" sz="quarter" idx="15"/>
          </p:nvPr>
        </p:nvSpPr>
        <p:spPr/>
        <p:txBody>
          <a:bodyPr vert="horz" lIns="0" tIns="0" rIns="0" bIns="0" rtlCol="0" anchor="t">
            <a:normAutofit/>
          </a:bodyPr>
          <a:lstStyle/>
          <a:p>
            <a:r>
              <a:rPr lang="en-US">
                <a:cs typeface="Arial"/>
              </a:rPr>
              <a:t>Persona 1 ( Farida )</a:t>
            </a:r>
            <a:endParaRPr lang="en-US"/>
          </a:p>
        </p:txBody>
      </p:sp>
    </p:spTree>
    <p:extLst>
      <p:ext uri="{BB962C8B-B14F-4D97-AF65-F5344CB8AC3E}">
        <p14:creationId xmlns:p14="http://schemas.microsoft.com/office/powerpoint/2010/main" val="1460704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092E9-4B2A-5198-6577-4DBFE08906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B469D7-DD6C-FA87-3E6D-6BDD36169408}"/>
              </a:ext>
            </a:extLst>
          </p:cNvPr>
          <p:cNvSpPr>
            <a:spLocks noGrp="1"/>
          </p:cNvSpPr>
          <p:nvPr>
            <p:ph type="title"/>
          </p:nvPr>
        </p:nvSpPr>
        <p:spPr/>
        <p:txBody>
          <a:bodyPr/>
          <a:lstStyle/>
          <a:p>
            <a:r>
              <a:rPr lang="en-US">
                <a:cs typeface="Arial"/>
              </a:rPr>
              <a:t>Persona 1: Farida</a:t>
            </a:r>
            <a:endParaRPr lang="en-US"/>
          </a:p>
        </p:txBody>
      </p:sp>
      <p:sp>
        <p:nvSpPr>
          <p:cNvPr id="3" name="Content Placeholder 2">
            <a:extLst>
              <a:ext uri="{FF2B5EF4-FFF2-40B4-BE49-F238E27FC236}">
                <a16:creationId xmlns:a16="http://schemas.microsoft.com/office/drawing/2014/main" id="{52FF69C0-E811-84F0-9DC7-CA273952F27E}"/>
              </a:ext>
            </a:extLst>
          </p:cNvPr>
          <p:cNvSpPr>
            <a:spLocks noGrp="1"/>
          </p:cNvSpPr>
          <p:nvPr>
            <p:ph idx="1"/>
          </p:nvPr>
        </p:nvSpPr>
        <p:spPr>
          <a:xfrm>
            <a:off x="555049" y="1813976"/>
            <a:ext cx="8106386" cy="885644"/>
          </a:xfrm>
        </p:spPr>
        <p:txBody>
          <a:bodyPr vert="horz" lIns="0" tIns="0" rIns="0" bIns="0" rtlCol="0" anchor="t">
            <a:noAutofit/>
          </a:bodyPr>
          <a:lstStyle/>
          <a:p>
            <a:r>
              <a:rPr lang="en-US" b="1" dirty="0">
                <a:cs typeface="Arial"/>
              </a:rPr>
              <a:t>Question 1: What trends of Impact100 can be observed in Australia’s grant-making and regional contributions, and how have its focus areas evolved over time?</a:t>
            </a:r>
          </a:p>
          <a:p>
            <a:pPr marL="342900" indent="-342900">
              <a:buChar char="•"/>
            </a:pPr>
            <a:endParaRPr lang="en-US" sz="1300">
              <a:cs typeface="Arial"/>
            </a:endParaRPr>
          </a:p>
          <a:p>
            <a:pPr marL="285750" indent="-285750">
              <a:lnSpc>
                <a:spcPct val="150000"/>
              </a:lnSpc>
              <a:buFont typeface="Arial" panose="020B0604020202020204" pitchFamily="34" charset="0"/>
              <a:buChar char="•"/>
            </a:pPr>
            <a:endParaRPr lang="en-US" sz="1400">
              <a:cs typeface="Arial"/>
            </a:endParaRPr>
          </a:p>
          <a:p>
            <a:pPr marL="285750" indent="-285750">
              <a:buFont typeface="Arial" panose="020B0604020202020204" pitchFamily="34" charset="0"/>
              <a:buChar char="•"/>
            </a:pPr>
            <a:endParaRPr lang="en-US">
              <a:cs typeface="Arial"/>
            </a:endParaRPr>
          </a:p>
          <a:p>
            <a:endParaRPr lang="en-US" sz="1400">
              <a:cs typeface="Arial"/>
            </a:endParaRPr>
          </a:p>
          <a:p>
            <a:endParaRPr lang="en-US" sz="1400">
              <a:cs typeface="Arial"/>
            </a:endParaRPr>
          </a:p>
        </p:txBody>
      </p:sp>
      <p:sp>
        <p:nvSpPr>
          <p:cNvPr id="5" name="Slide Number Placeholder 4">
            <a:extLst>
              <a:ext uri="{FF2B5EF4-FFF2-40B4-BE49-F238E27FC236}">
                <a16:creationId xmlns:a16="http://schemas.microsoft.com/office/drawing/2014/main" id="{2CEDFDE6-F0B0-A56B-8A5C-4284CFF7584F}"/>
              </a:ext>
            </a:extLst>
          </p:cNvPr>
          <p:cNvSpPr>
            <a:spLocks noGrp="1"/>
          </p:cNvSpPr>
          <p:nvPr>
            <p:ph type="sldNum" sz="quarter" idx="12"/>
          </p:nvPr>
        </p:nvSpPr>
        <p:spPr/>
        <p:txBody>
          <a:bodyPr/>
          <a:lstStyle/>
          <a:p>
            <a:fld id="{D9C42BCC-44E8-4F98-A8FE-EAF16D8C1E6E}" type="slidenum">
              <a:rPr lang="en-AU" smtClean="0"/>
              <a:pPr/>
              <a:t>3</a:t>
            </a:fld>
            <a:endParaRPr lang="en-AU"/>
          </a:p>
        </p:txBody>
      </p:sp>
      <p:sp>
        <p:nvSpPr>
          <p:cNvPr id="6" name="Text Placeholder 5">
            <a:extLst>
              <a:ext uri="{FF2B5EF4-FFF2-40B4-BE49-F238E27FC236}">
                <a16:creationId xmlns:a16="http://schemas.microsoft.com/office/drawing/2014/main" id="{4BC9E6E3-F1A0-5DCE-1A96-9F989E6ADD4C}"/>
              </a:ext>
            </a:extLst>
          </p:cNvPr>
          <p:cNvSpPr>
            <a:spLocks noGrp="1"/>
          </p:cNvSpPr>
          <p:nvPr>
            <p:ph type="body" sz="quarter" idx="15"/>
          </p:nvPr>
        </p:nvSpPr>
        <p:spPr/>
        <p:txBody>
          <a:bodyPr vert="horz" lIns="0" tIns="0" rIns="0" bIns="0" rtlCol="0" anchor="t">
            <a:normAutofit/>
          </a:bodyPr>
          <a:lstStyle/>
          <a:p>
            <a:r>
              <a:rPr lang="en-US">
                <a:cs typeface="Arial"/>
              </a:rPr>
              <a:t>DV 1</a:t>
            </a:r>
            <a:endParaRPr lang="en-US"/>
          </a:p>
        </p:txBody>
      </p:sp>
      <p:sp>
        <p:nvSpPr>
          <p:cNvPr id="11" name="Footer Placeholder 3">
            <a:extLst>
              <a:ext uri="{FF2B5EF4-FFF2-40B4-BE49-F238E27FC236}">
                <a16:creationId xmlns:a16="http://schemas.microsoft.com/office/drawing/2014/main" id="{6BD4B049-8457-5043-243F-EB7A8AF10026}"/>
              </a:ext>
            </a:extLst>
          </p:cNvPr>
          <p:cNvSpPr>
            <a:spLocks noGrp="1"/>
          </p:cNvSpPr>
          <p:nvPr>
            <p:ph type="ftr" sz="quarter" idx="11"/>
          </p:nvPr>
        </p:nvSpPr>
        <p:spPr>
          <a:xfrm>
            <a:off x="520950" y="6381330"/>
            <a:ext cx="3978498" cy="365125"/>
          </a:xfrm>
        </p:spPr>
        <p:txBody>
          <a:bodyPr/>
          <a:lstStyle/>
          <a:p>
            <a:r>
              <a:rPr lang="en-AU"/>
              <a:t>Anisha Nawar Hoque | </a:t>
            </a:r>
            <a:r>
              <a:rPr lang="en-AU">
                <a:ea typeface="+mn-lt"/>
                <a:cs typeface="+mn-lt"/>
              </a:rPr>
              <a:t>46738258 </a:t>
            </a:r>
            <a:endParaRPr lang="en-US"/>
          </a:p>
        </p:txBody>
      </p:sp>
      <p:pic>
        <p:nvPicPr>
          <p:cNvPr id="4" name="Picture 3" descr="A screenshot of a computer&#10;&#10;AI-generated content may be incorrect.">
            <a:extLst>
              <a:ext uri="{FF2B5EF4-FFF2-40B4-BE49-F238E27FC236}">
                <a16:creationId xmlns:a16="http://schemas.microsoft.com/office/drawing/2014/main" id="{8BFA8987-3F6C-CB71-A1C9-8780081F512C}"/>
              </a:ext>
            </a:extLst>
          </p:cNvPr>
          <p:cNvPicPr>
            <a:picLocks noChangeAspect="1"/>
          </p:cNvPicPr>
          <p:nvPr/>
        </p:nvPicPr>
        <p:blipFill>
          <a:blip r:embed="rId2"/>
          <a:srcRect t="20400" b="4900"/>
          <a:stretch>
            <a:fillRect/>
          </a:stretch>
        </p:blipFill>
        <p:spPr>
          <a:xfrm>
            <a:off x="914400" y="2717673"/>
            <a:ext cx="7315200" cy="3666946"/>
          </a:xfrm>
          <a:prstGeom prst="rect">
            <a:avLst/>
          </a:prstGeom>
        </p:spPr>
      </p:pic>
    </p:spTree>
    <p:extLst>
      <p:ext uri="{BB962C8B-B14F-4D97-AF65-F5344CB8AC3E}">
        <p14:creationId xmlns:p14="http://schemas.microsoft.com/office/powerpoint/2010/main" val="2122017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9ACA0-6C59-352C-5287-8568446A42FE}"/>
              </a:ext>
            </a:extLst>
          </p:cNvPr>
          <p:cNvSpPr>
            <a:spLocks noGrp="1"/>
          </p:cNvSpPr>
          <p:nvPr>
            <p:ph type="title"/>
          </p:nvPr>
        </p:nvSpPr>
        <p:spPr/>
        <p:txBody>
          <a:bodyPr/>
          <a:lstStyle/>
          <a:p>
            <a:r>
              <a:rPr lang="en-US">
                <a:cs typeface="Arial"/>
              </a:rPr>
              <a:t>Persona 1: Farida</a:t>
            </a:r>
            <a:endParaRPr lang="en-US"/>
          </a:p>
        </p:txBody>
      </p:sp>
      <p:sp>
        <p:nvSpPr>
          <p:cNvPr id="3" name="Content Placeholder 2">
            <a:extLst>
              <a:ext uri="{FF2B5EF4-FFF2-40B4-BE49-F238E27FC236}">
                <a16:creationId xmlns:a16="http://schemas.microsoft.com/office/drawing/2014/main" id="{60BA7C3D-8CDF-613F-017E-9C443B7E0A23}"/>
              </a:ext>
            </a:extLst>
          </p:cNvPr>
          <p:cNvSpPr>
            <a:spLocks noGrp="1"/>
          </p:cNvSpPr>
          <p:nvPr>
            <p:ph idx="1"/>
          </p:nvPr>
        </p:nvSpPr>
        <p:spPr>
          <a:xfrm>
            <a:off x="566337" y="1813976"/>
            <a:ext cx="8106386" cy="4334399"/>
          </a:xfrm>
        </p:spPr>
        <p:txBody>
          <a:bodyPr vert="horz" lIns="0" tIns="0" rIns="0" bIns="0" rtlCol="0" anchor="t">
            <a:noAutofit/>
          </a:bodyPr>
          <a:lstStyle/>
          <a:p>
            <a:r>
              <a:rPr lang="en-US" b="1">
                <a:cs typeface="Arial"/>
              </a:rPr>
              <a:t>Question 1: What trends of Impact100 can be observed in Australia’s grant-making and regional contributions, and how have its focus areas evolved over time?</a:t>
            </a:r>
          </a:p>
          <a:p>
            <a:pPr marL="342900" indent="-342900">
              <a:buChar char="•"/>
            </a:pPr>
            <a:endParaRPr lang="en-US" sz="1300">
              <a:cs typeface="Arial"/>
            </a:endParaRPr>
          </a:p>
          <a:p>
            <a:pPr marL="285750" indent="-285750">
              <a:lnSpc>
                <a:spcPct val="160000"/>
              </a:lnSpc>
              <a:buFont typeface="Arial" panose="020B0604020202020204" pitchFamily="34" charset="0"/>
              <a:buChar char="•"/>
            </a:pPr>
            <a:r>
              <a:rPr lang="en-US" sz="1300">
                <a:cs typeface="Arial"/>
              </a:rPr>
              <a:t>Number of grants increased from 4 in 2012 to 14 in 2024.</a:t>
            </a:r>
          </a:p>
          <a:p>
            <a:pPr marL="285750" indent="-285750">
              <a:lnSpc>
                <a:spcPct val="160000"/>
              </a:lnSpc>
              <a:buFont typeface="Arial" panose="020B0604020202020204" pitchFamily="34" charset="0"/>
              <a:buChar char="•"/>
            </a:pPr>
            <a:r>
              <a:rPr lang="en-US" sz="1300">
                <a:cs typeface="Arial"/>
              </a:rPr>
              <a:t>Significant jump between 2016 and 2017: from 6 to 15 grants, marking a pivotal growth phase.</a:t>
            </a:r>
          </a:p>
          <a:p>
            <a:pPr marL="285750" indent="-285750">
              <a:lnSpc>
                <a:spcPct val="160000"/>
              </a:lnSpc>
              <a:buFont typeface="Arial" panose="020B0604020202020204" pitchFamily="34" charset="0"/>
              <a:buChar char="•"/>
            </a:pPr>
            <a:r>
              <a:rPr lang="en-US" sz="1300">
                <a:cs typeface="Arial"/>
              </a:rPr>
              <a:t>Peak year: 2020 with 19 grants, the highest to date.</a:t>
            </a:r>
          </a:p>
          <a:p>
            <a:pPr marL="285750" indent="-285750">
              <a:lnSpc>
                <a:spcPct val="160000"/>
              </a:lnSpc>
              <a:buFont typeface="Arial" panose="020B0604020202020204" pitchFamily="34" charset="0"/>
              <a:buChar char="•"/>
            </a:pPr>
            <a:r>
              <a:rPr lang="en-US" sz="1300">
                <a:cs typeface="Arial"/>
              </a:rPr>
              <a:t>Post 2017, grants consistently range between 14–17 annually, indicating sustained maturity.</a:t>
            </a:r>
          </a:p>
          <a:p>
            <a:pPr marL="285750" indent="-285750">
              <a:lnSpc>
                <a:spcPct val="160000"/>
              </a:lnSpc>
              <a:buFont typeface="Arial" panose="020B0604020202020204" pitchFamily="34" charset="0"/>
              <a:buChar char="•"/>
            </a:pPr>
            <a:r>
              <a:rPr lang="en-US" sz="1300">
                <a:cs typeface="Arial"/>
              </a:rPr>
              <a:t>Western Australia leads with 67 grants, followed by New South Wales with 41. South Australia (10) and Queensland (1) show limited grant activity. </a:t>
            </a:r>
          </a:p>
          <a:p>
            <a:pPr marL="285750" indent="-285750">
              <a:lnSpc>
                <a:spcPct val="160000"/>
              </a:lnSpc>
              <a:buFont typeface="Arial" panose="020B0604020202020204" pitchFamily="34" charset="0"/>
              <a:buChar char="•"/>
            </a:pPr>
            <a:r>
              <a:rPr lang="en-US" sz="1300">
                <a:cs typeface="Arial"/>
              </a:rPr>
              <a:t>Early years targeted only 2-3 SDGs; now almost all 17 SDGs are supported, indicating increased thematic</a:t>
            </a:r>
          </a:p>
          <a:p>
            <a:pPr marL="285750" indent="-285750">
              <a:lnSpc>
                <a:spcPct val="160000"/>
              </a:lnSpc>
              <a:buFont typeface="Arial" panose="020B0604020202020204" pitchFamily="34" charset="0"/>
              <a:buChar char="•"/>
            </a:pPr>
            <a:r>
              <a:rPr lang="en-US" sz="1300">
                <a:cs typeface="Arial"/>
              </a:rPr>
              <a:t>SDG 3 - Good Health and Wellbeing received the most support. While there is growing support to SDG 4 (Quality Education), SDG 5 (Gender Equality) and SDG 10 (Reduced Inequality)</a:t>
            </a:r>
          </a:p>
          <a:p>
            <a:pPr marL="285750" indent="-285750">
              <a:lnSpc>
                <a:spcPct val="150000"/>
              </a:lnSpc>
              <a:buChar char="•"/>
            </a:pPr>
            <a:endParaRPr lang="en-US" sz="1400">
              <a:cs typeface="Arial"/>
            </a:endParaRPr>
          </a:p>
          <a:p>
            <a:pPr marL="285750" indent="-285750">
              <a:buFont typeface="Arial" panose="020B0604020202020204" pitchFamily="34" charset="0"/>
              <a:buChar char="•"/>
            </a:pPr>
            <a:endParaRPr lang="en-US">
              <a:cs typeface="Arial"/>
            </a:endParaRPr>
          </a:p>
          <a:p>
            <a:endParaRPr lang="en-US" sz="1400">
              <a:cs typeface="Arial"/>
            </a:endParaRPr>
          </a:p>
          <a:p>
            <a:endParaRPr lang="en-US" sz="1400">
              <a:cs typeface="Arial"/>
            </a:endParaRPr>
          </a:p>
        </p:txBody>
      </p:sp>
      <p:sp>
        <p:nvSpPr>
          <p:cNvPr id="5" name="Slide Number Placeholder 4">
            <a:extLst>
              <a:ext uri="{FF2B5EF4-FFF2-40B4-BE49-F238E27FC236}">
                <a16:creationId xmlns:a16="http://schemas.microsoft.com/office/drawing/2014/main" id="{1BF89F57-64CB-AA8B-77AF-ED7C93801D53}"/>
              </a:ext>
            </a:extLst>
          </p:cNvPr>
          <p:cNvSpPr>
            <a:spLocks noGrp="1"/>
          </p:cNvSpPr>
          <p:nvPr>
            <p:ph type="sldNum" sz="quarter" idx="12"/>
          </p:nvPr>
        </p:nvSpPr>
        <p:spPr/>
        <p:txBody>
          <a:bodyPr/>
          <a:lstStyle/>
          <a:p>
            <a:fld id="{D9C42BCC-44E8-4F98-A8FE-EAF16D8C1E6E}" type="slidenum">
              <a:rPr lang="en-AU" smtClean="0"/>
              <a:pPr/>
              <a:t>4</a:t>
            </a:fld>
            <a:endParaRPr lang="en-AU"/>
          </a:p>
        </p:txBody>
      </p:sp>
      <p:sp>
        <p:nvSpPr>
          <p:cNvPr id="6" name="Text Placeholder 5">
            <a:extLst>
              <a:ext uri="{FF2B5EF4-FFF2-40B4-BE49-F238E27FC236}">
                <a16:creationId xmlns:a16="http://schemas.microsoft.com/office/drawing/2014/main" id="{6E116BCE-CDE0-076D-88DD-AAB7E9373F21}"/>
              </a:ext>
            </a:extLst>
          </p:cNvPr>
          <p:cNvSpPr>
            <a:spLocks noGrp="1"/>
          </p:cNvSpPr>
          <p:nvPr>
            <p:ph type="body" sz="quarter" idx="15"/>
          </p:nvPr>
        </p:nvSpPr>
        <p:spPr/>
        <p:txBody>
          <a:bodyPr vert="horz" lIns="0" tIns="0" rIns="0" bIns="0" rtlCol="0" anchor="t">
            <a:normAutofit/>
          </a:bodyPr>
          <a:lstStyle/>
          <a:p>
            <a:r>
              <a:rPr lang="en-US">
                <a:cs typeface="Arial"/>
              </a:rPr>
              <a:t>DV 1</a:t>
            </a:r>
            <a:endParaRPr lang="en-US"/>
          </a:p>
        </p:txBody>
      </p:sp>
      <p:pic>
        <p:nvPicPr>
          <p:cNvPr id="7" name="Graphic 6" descr="Upward trend with solid fill">
            <a:extLst>
              <a:ext uri="{FF2B5EF4-FFF2-40B4-BE49-F238E27FC236}">
                <a16:creationId xmlns:a16="http://schemas.microsoft.com/office/drawing/2014/main" id="{C8154AB5-8B4E-CC0C-B1C5-09AD0ACA8A5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51541" y="2834388"/>
            <a:ext cx="475169" cy="475169"/>
          </a:xfrm>
          <a:prstGeom prst="rect">
            <a:avLst/>
          </a:prstGeom>
        </p:spPr>
      </p:pic>
      <p:pic>
        <p:nvPicPr>
          <p:cNvPr id="8" name="Graphic 7" descr="Shoe footprints with solid fill">
            <a:extLst>
              <a:ext uri="{FF2B5EF4-FFF2-40B4-BE49-F238E27FC236}">
                <a16:creationId xmlns:a16="http://schemas.microsoft.com/office/drawing/2014/main" id="{4323F6FE-D8E8-2138-1F21-57F202ECAE5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23515" y="4631243"/>
            <a:ext cx="365362" cy="405292"/>
          </a:xfrm>
          <a:prstGeom prst="rect">
            <a:avLst/>
          </a:prstGeom>
        </p:spPr>
      </p:pic>
      <p:pic>
        <p:nvPicPr>
          <p:cNvPr id="9" name="Graphic 8" descr="Plant outline">
            <a:extLst>
              <a:ext uri="{FF2B5EF4-FFF2-40B4-BE49-F238E27FC236}">
                <a16:creationId xmlns:a16="http://schemas.microsoft.com/office/drawing/2014/main" id="{B1209344-A802-4934-9AE4-FE3A04DDC73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68711" y="5639479"/>
            <a:ext cx="495134" cy="465187"/>
          </a:xfrm>
          <a:prstGeom prst="rect">
            <a:avLst/>
          </a:prstGeom>
        </p:spPr>
      </p:pic>
      <p:sp>
        <p:nvSpPr>
          <p:cNvPr id="11" name="Footer Placeholder 3">
            <a:extLst>
              <a:ext uri="{FF2B5EF4-FFF2-40B4-BE49-F238E27FC236}">
                <a16:creationId xmlns:a16="http://schemas.microsoft.com/office/drawing/2014/main" id="{C0FE7131-FF03-D87B-06CC-BF978D38BB8A}"/>
              </a:ext>
            </a:extLst>
          </p:cNvPr>
          <p:cNvSpPr>
            <a:spLocks noGrp="1"/>
          </p:cNvSpPr>
          <p:nvPr>
            <p:ph type="ftr" sz="quarter" idx="11"/>
          </p:nvPr>
        </p:nvSpPr>
        <p:spPr>
          <a:xfrm>
            <a:off x="520950" y="6381330"/>
            <a:ext cx="3978498" cy="365125"/>
          </a:xfrm>
        </p:spPr>
        <p:txBody>
          <a:bodyPr/>
          <a:lstStyle/>
          <a:p>
            <a:r>
              <a:rPr lang="en-AU"/>
              <a:t>Anisha Nawar Hoque | </a:t>
            </a:r>
            <a:r>
              <a:rPr lang="en-AU">
                <a:ea typeface="+mn-lt"/>
                <a:cs typeface="+mn-lt"/>
              </a:rPr>
              <a:t>46738258 </a:t>
            </a:r>
            <a:endParaRPr lang="en-US"/>
          </a:p>
        </p:txBody>
      </p:sp>
    </p:spTree>
    <p:extLst>
      <p:ext uri="{BB962C8B-B14F-4D97-AF65-F5344CB8AC3E}">
        <p14:creationId xmlns:p14="http://schemas.microsoft.com/office/powerpoint/2010/main" val="771131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7A5FC-B928-CE90-3370-DDA56D3514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D29A6E-0750-BC4E-35BF-738B9B44050F}"/>
              </a:ext>
            </a:extLst>
          </p:cNvPr>
          <p:cNvSpPr>
            <a:spLocks noGrp="1"/>
          </p:cNvSpPr>
          <p:nvPr>
            <p:ph type="title"/>
          </p:nvPr>
        </p:nvSpPr>
        <p:spPr/>
        <p:txBody>
          <a:bodyPr/>
          <a:lstStyle/>
          <a:p>
            <a:r>
              <a:rPr lang="en-US">
                <a:cs typeface="Arial"/>
              </a:rPr>
              <a:t>Persona 1: Farida</a:t>
            </a:r>
            <a:endParaRPr lang="en-US"/>
          </a:p>
        </p:txBody>
      </p:sp>
      <p:sp>
        <p:nvSpPr>
          <p:cNvPr id="3" name="Content Placeholder 2">
            <a:extLst>
              <a:ext uri="{FF2B5EF4-FFF2-40B4-BE49-F238E27FC236}">
                <a16:creationId xmlns:a16="http://schemas.microsoft.com/office/drawing/2014/main" id="{E256AD41-8443-FA7D-3A82-DCA771F7585B}"/>
              </a:ext>
            </a:extLst>
          </p:cNvPr>
          <p:cNvSpPr>
            <a:spLocks noGrp="1"/>
          </p:cNvSpPr>
          <p:nvPr>
            <p:ph idx="1"/>
          </p:nvPr>
        </p:nvSpPr>
        <p:spPr>
          <a:xfrm>
            <a:off x="540000" y="1372122"/>
            <a:ext cx="8402965" cy="5104347"/>
          </a:xfrm>
        </p:spPr>
        <p:txBody>
          <a:bodyPr vert="horz" lIns="0" tIns="0" rIns="0" bIns="0" rtlCol="0" anchor="t">
            <a:normAutofit/>
          </a:bodyPr>
          <a:lstStyle/>
          <a:p>
            <a:r>
              <a:rPr lang="en-US" sz="1900" b="1" dirty="0">
                <a:cs typeface="Arial"/>
              </a:rPr>
              <a:t> </a:t>
            </a:r>
            <a:br>
              <a:rPr lang="en-US" sz="1900" b="1" dirty="0">
                <a:cs typeface="Arial"/>
              </a:rPr>
            </a:br>
            <a:r>
              <a:rPr lang="en-US" sz="1900" b="1" dirty="0">
                <a:cs typeface="Arial"/>
              </a:rPr>
              <a:t>Question 2: What can Impact100 Australia learn from Impact100 global?</a:t>
            </a:r>
          </a:p>
          <a:p>
            <a:pPr>
              <a:lnSpc>
                <a:spcPct val="220000"/>
              </a:lnSpc>
            </a:pPr>
            <a:endParaRPr lang="en-US" sz="1400" b="1" dirty="0">
              <a:cs typeface="Arial"/>
            </a:endParaRPr>
          </a:p>
          <a:p>
            <a:pPr marL="285750" indent="-285750">
              <a:lnSpc>
                <a:spcPct val="170000"/>
              </a:lnSpc>
              <a:buFont typeface="Arial"/>
              <a:buChar char="•"/>
            </a:pPr>
            <a:endParaRPr lang="en-US" sz="1400">
              <a:cs typeface="Arial"/>
            </a:endParaRPr>
          </a:p>
          <a:p>
            <a:endParaRPr lang="en-US" sz="2000">
              <a:cs typeface="Arial"/>
            </a:endParaRPr>
          </a:p>
          <a:p>
            <a:pPr marL="342900" indent="-342900">
              <a:buChar char="•"/>
            </a:pPr>
            <a:endParaRPr lang="en-US" sz="2000">
              <a:cs typeface="Arial"/>
            </a:endParaRPr>
          </a:p>
          <a:p>
            <a:endParaRPr lang="en-US">
              <a:cs typeface="Arial"/>
            </a:endParaRPr>
          </a:p>
          <a:p>
            <a:endParaRPr lang="en-US">
              <a:highlight>
                <a:srgbClr val="FFFF00"/>
              </a:highlight>
              <a:cs typeface="Arial"/>
            </a:endParaRPr>
          </a:p>
          <a:p>
            <a:pPr marL="285750" indent="-285750">
              <a:buFont typeface="Arial" panose="020B0604020202020204" pitchFamily="34" charset="0"/>
              <a:buChar char="•"/>
            </a:pPr>
            <a:endParaRPr lang="en-US">
              <a:highlight>
                <a:srgbClr val="FFFF00"/>
              </a:highlight>
              <a:cs typeface="Arial"/>
            </a:endParaRPr>
          </a:p>
          <a:p>
            <a:pPr marL="285750" indent="-285750">
              <a:buFont typeface="Arial" panose="020B0604020202020204" pitchFamily="34" charset="0"/>
              <a:buChar char="•"/>
            </a:pPr>
            <a:endParaRPr lang="en-US">
              <a:highlight>
                <a:srgbClr val="FFFF00"/>
              </a:highlight>
              <a:cs typeface="Arial"/>
            </a:endParaRPr>
          </a:p>
        </p:txBody>
      </p:sp>
      <p:sp>
        <p:nvSpPr>
          <p:cNvPr id="5" name="Slide Number Placeholder 4">
            <a:extLst>
              <a:ext uri="{FF2B5EF4-FFF2-40B4-BE49-F238E27FC236}">
                <a16:creationId xmlns:a16="http://schemas.microsoft.com/office/drawing/2014/main" id="{4BBF4517-7125-47DB-FD09-9A3D8831D403}"/>
              </a:ext>
            </a:extLst>
          </p:cNvPr>
          <p:cNvSpPr>
            <a:spLocks noGrp="1"/>
          </p:cNvSpPr>
          <p:nvPr>
            <p:ph type="sldNum" sz="quarter" idx="12"/>
          </p:nvPr>
        </p:nvSpPr>
        <p:spPr/>
        <p:txBody>
          <a:bodyPr/>
          <a:lstStyle/>
          <a:p>
            <a:fld id="{D9C42BCC-44E8-4F98-A8FE-EAF16D8C1E6E}" type="slidenum">
              <a:rPr lang="en-AU" smtClean="0"/>
              <a:pPr/>
              <a:t>5</a:t>
            </a:fld>
            <a:endParaRPr lang="en-AU"/>
          </a:p>
        </p:txBody>
      </p:sp>
      <p:sp>
        <p:nvSpPr>
          <p:cNvPr id="6" name="Text Placeholder 5">
            <a:extLst>
              <a:ext uri="{FF2B5EF4-FFF2-40B4-BE49-F238E27FC236}">
                <a16:creationId xmlns:a16="http://schemas.microsoft.com/office/drawing/2014/main" id="{5C28F3B5-B5FF-21D6-93B5-7AC3C2E197D5}"/>
              </a:ext>
            </a:extLst>
          </p:cNvPr>
          <p:cNvSpPr>
            <a:spLocks noGrp="1"/>
          </p:cNvSpPr>
          <p:nvPr>
            <p:ph type="body" sz="quarter" idx="15"/>
          </p:nvPr>
        </p:nvSpPr>
        <p:spPr/>
        <p:txBody>
          <a:bodyPr vert="horz" lIns="0" tIns="0" rIns="0" bIns="0" rtlCol="0" anchor="t">
            <a:normAutofit/>
          </a:bodyPr>
          <a:lstStyle/>
          <a:p>
            <a:r>
              <a:rPr lang="en-US">
                <a:cs typeface="Arial"/>
              </a:rPr>
              <a:t>DV 2</a:t>
            </a:r>
            <a:endParaRPr lang="en-US"/>
          </a:p>
        </p:txBody>
      </p:sp>
      <p:sp>
        <p:nvSpPr>
          <p:cNvPr id="8" name="Footer Placeholder 3">
            <a:extLst>
              <a:ext uri="{FF2B5EF4-FFF2-40B4-BE49-F238E27FC236}">
                <a16:creationId xmlns:a16="http://schemas.microsoft.com/office/drawing/2014/main" id="{6C710251-32F3-99E4-91E5-F88999A4979D}"/>
              </a:ext>
            </a:extLst>
          </p:cNvPr>
          <p:cNvSpPr>
            <a:spLocks noGrp="1"/>
          </p:cNvSpPr>
          <p:nvPr>
            <p:ph type="ftr" sz="quarter" idx="11"/>
          </p:nvPr>
        </p:nvSpPr>
        <p:spPr>
          <a:xfrm>
            <a:off x="520950" y="6381330"/>
            <a:ext cx="3978498" cy="365125"/>
          </a:xfrm>
        </p:spPr>
        <p:txBody>
          <a:bodyPr/>
          <a:lstStyle/>
          <a:p>
            <a:r>
              <a:rPr lang="en-AU"/>
              <a:t>Anisha Nawar Hoque | </a:t>
            </a:r>
            <a:r>
              <a:rPr lang="en-AU">
                <a:ea typeface="+mn-lt"/>
                <a:cs typeface="+mn-lt"/>
              </a:rPr>
              <a:t>46738258 </a:t>
            </a:r>
            <a:endParaRPr lang="en-US"/>
          </a:p>
        </p:txBody>
      </p:sp>
      <p:pic>
        <p:nvPicPr>
          <p:cNvPr id="4" name="Picture 3" descr="A screenshot of a computer&#10;&#10;AI-generated content may be incorrect.">
            <a:extLst>
              <a:ext uri="{FF2B5EF4-FFF2-40B4-BE49-F238E27FC236}">
                <a16:creationId xmlns:a16="http://schemas.microsoft.com/office/drawing/2014/main" id="{56AA6D32-7218-58E4-210D-1556B6CC4F27}"/>
              </a:ext>
            </a:extLst>
          </p:cNvPr>
          <p:cNvPicPr>
            <a:picLocks noChangeAspect="1"/>
          </p:cNvPicPr>
          <p:nvPr/>
        </p:nvPicPr>
        <p:blipFill>
          <a:blip r:embed="rId2"/>
          <a:srcRect t="20370" b="4907"/>
          <a:stretch>
            <a:fillRect/>
          </a:stretch>
        </p:blipFill>
        <p:spPr>
          <a:xfrm>
            <a:off x="389467" y="2059305"/>
            <a:ext cx="8365067" cy="4151470"/>
          </a:xfrm>
          <a:prstGeom prst="rect">
            <a:avLst/>
          </a:prstGeom>
        </p:spPr>
      </p:pic>
    </p:spTree>
    <p:extLst>
      <p:ext uri="{BB962C8B-B14F-4D97-AF65-F5344CB8AC3E}">
        <p14:creationId xmlns:p14="http://schemas.microsoft.com/office/powerpoint/2010/main" val="216497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97DBC-8044-2D65-785F-A26402EEA327}"/>
              </a:ext>
            </a:extLst>
          </p:cNvPr>
          <p:cNvSpPr>
            <a:spLocks noGrp="1"/>
          </p:cNvSpPr>
          <p:nvPr>
            <p:ph type="title"/>
          </p:nvPr>
        </p:nvSpPr>
        <p:spPr/>
        <p:txBody>
          <a:bodyPr/>
          <a:lstStyle/>
          <a:p>
            <a:r>
              <a:rPr lang="en-US">
                <a:cs typeface="Arial"/>
              </a:rPr>
              <a:t>Persona 1: Farida</a:t>
            </a:r>
            <a:endParaRPr lang="en-US"/>
          </a:p>
        </p:txBody>
      </p:sp>
      <p:sp>
        <p:nvSpPr>
          <p:cNvPr id="3" name="Content Placeholder 2">
            <a:extLst>
              <a:ext uri="{FF2B5EF4-FFF2-40B4-BE49-F238E27FC236}">
                <a16:creationId xmlns:a16="http://schemas.microsoft.com/office/drawing/2014/main" id="{4D560BAB-3565-0DE6-AD5B-CD742F34A6F2}"/>
              </a:ext>
            </a:extLst>
          </p:cNvPr>
          <p:cNvSpPr>
            <a:spLocks noGrp="1"/>
          </p:cNvSpPr>
          <p:nvPr>
            <p:ph idx="1"/>
          </p:nvPr>
        </p:nvSpPr>
        <p:spPr>
          <a:xfrm>
            <a:off x="540000" y="1372122"/>
            <a:ext cx="8402965" cy="5104347"/>
          </a:xfrm>
        </p:spPr>
        <p:txBody>
          <a:bodyPr vert="horz" lIns="0" tIns="0" rIns="0" bIns="0" rtlCol="0" anchor="t">
            <a:normAutofit fontScale="92500"/>
          </a:bodyPr>
          <a:lstStyle/>
          <a:p>
            <a:r>
              <a:rPr lang="en-US" sz="1900" b="1">
                <a:cs typeface="Arial"/>
              </a:rPr>
              <a:t> </a:t>
            </a:r>
            <a:br>
              <a:rPr lang="en-US" sz="1900" b="1">
                <a:cs typeface="Arial"/>
              </a:rPr>
            </a:br>
            <a:r>
              <a:rPr lang="en-US" sz="1900" b="1">
                <a:cs typeface="Arial"/>
              </a:rPr>
              <a:t>Question 2: What can Impact100 Australia learn from Impact100 global?</a:t>
            </a:r>
          </a:p>
          <a:p>
            <a:pPr>
              <a:lnSpc>
                <a:spcPct val="220000"/>
              </a:lnSpc>
            </a:pPr>
            <a:r>
              <a:rPr lang="en-US" sz="1400" b="1">
                <a:ea typeface="+mn-lt"/>
                <a:cs typeface="+mn-lt"/>
              </a:rPr>
              <a:t>New Zealand:</a:t>
            </a:r>
            <a:endParaRPr lang="en-US" sz="1400">
              <a:cs typeface="Arial"/>
            </a:endParaRPr>
          </a:p>
          <a:p>
            <a:pPr marL="285750" indent="-285750">
              <a:lnSpc>
                <a:spcPct val="170000"/>
              </a:lnSpc>
              <a:buFont typeface="Arial"/>
              <a:buChar char="•"/>
            </a:pPr>
            <a:r>
              <a:rPr lang="en-US" sz="1400">
                <a:ea typeface="+mn-lt"/>
                <a:cs typeface="+mn-lt"/>
              </a:rPr>
              <a:t>Most grants go to arts, health &amp; wellness, and environment.</a:t>
            </a:r>
            <a:endParaRPr lang="en-US" sz="1400">
              <a:cs typeface="Arial"/>
            </a:endParaRPr>
          </a:p>
          <a:p>
            <a:pPr marL="285750" indent="-285750">
              <a:lnSpc>
                <a:spcPct val="170000"/>
              </a:lnSpc>
              <a:buFont typeface="Arial"/>
              <a:buChar char="•"/>
            </a:pPr>
            <a:r>
              <a:rPr lang="en-US" sz="1400">
                <a:ea typeface="+mn-lt"/>
                <a:cs typeface="+mn-lt"/>
              </a:rPr>
              <a:t>Some supported areas (e.g., SDG 6, 7, 9, 13) already perform well on the SDG index — showing funding is not only based on need.</a:t>
            </a:r>
            <a:endParaRPr lang="en-US" sz="1400">
              <a:cs typeface="Arial"/>
            </a:endParaRPr>
          </a:p>
          <a:p>
            <a:pPr>
              <a:lnSpc>
                <a:spcPct val="170000"/>
              </a:lnSpc>
            </a:pPr>
            <a:r>
              <a:rPr lang="en-US" sz="1400" b="1">
                <a:ea typeface="+mn-lt"/>
                <a:cs typeface="+mn-lt"/>
              </a:rPr>
              <a:t>United Kingdom:</a:t>
            </a:r>
            <a:endParaRPr lang="en-US" sz="1400">
              <a:cs typeface="Arial"/>
            </a:endParaRPr>
          </a:p>
          <a:p>
            <a:pPr marL="285750" indent="-285750">
              <a:lnSpc>
                <a:spcPct val="170000"/>
              </a:lnSpc>
              <a:buFont typeface="Arial"/>
              <a:buChar char="•"/>
            </a:pPr>
            <a:r>
              <a:rPr lang="en-US" sz="1400">
                <a:ea typeface="+mn-lt"/>
                <a:cs typeface="+mn-lt"/>
              </a:rPr>
              <a:t>Heavy grant focus on health &amp; wellness, despite strong SDG performance in that area.</a:t>
            </a:r>
            <a:endParaRPr lang="en-US" sz="1400">
              <a:cs typeface="Arial"/>
            </a:endParaRPr>
          </a:p>
          <a:p>
            <a:pPr marL="285750" indent="-285750">
              <a:lnSpc>
                <a:spcPct val="170000"/>
              </a:lnSpc>
              <a:buFont typeface="Arial"/>
              <a:buChar char="•"/>
            </a:pPr>
            <a:r>
              <a:rPr lang="en-US" sz="1400">
                <a:ea typeface="+mn-lt"/>
                <a:cs typeface="+mn-lt"/>
              </a:rPr>
              <a:t>Education and environment, where SDG performance is lower, receive fewer grants, indicating a possible mismatch between community needs and funding allocation.</a:t>
            </a:r>
            <a:endParaRPr lang="en-US" sz="1400">
              <a:cs typeface="Arial"/>
            </a:endParaRPr>
          </a:p>
          <a:p>
            <a:pPr>
              <a:lnSpc>
                <a:spcPct val="170000"/>
              </a:lnSpc>
            </a:pPr>
            <a:r>
              <a:rPr lang="en-US" sz="1400" b="1">
                <a:ea typeface="+mn-lt"/>
                <a:cs typeface="+mn-lt"/>
              </a:rPr>
              <a:t>United States:</a:t>
            </a:r>
            <a:endParaRPr lang="en-US" sz="1400">
              <a:cs typeface="Arial"/>
            </a:endParaRPr>
          </a:p>
          <a:p>
            <a:pPr marL="285750" indent="-285750">
              <a:lnSpc>
                <a:spcPct val="170000"/>
              </a:lnSpc>
              <a:buFont typeface="Arial"/>
              <a:buChar char="•"/>
            </a:pPr>
            <a:r>
              <a:rPr lang="en-US" sz="1400">
                <a:ea typeface="+mn-lt"/>
                <a:cs typeface="+mn-lt"/>
              </a:rPr>
              <a:t>Education is also a key area of funding and aligns with low SDG index — a better match between need and support.</a:t>
            </a:r>
            <a:endParaRPr lang="en-US" sz="1400">
              <a:cs typeface="Arial"/>
            </a:endParaRPr>
          </a:p>
          <a:p>
            <a:pPr marL="285750" indent="-285750">
              <a:lnSpc>
                <a:spcPct val="170000"/>
              </a:lnSpc>
              <a:buFont typeface="Arial"/>
              <a:buChar char="•"/>
            </a:pPr>
            <a:r>
              <a:rPr lang="en-US" sz="1400">
                <a:ea typeface="+mn-lt"/>
                <a:cs typeface="+mn-lt"/>
              </a:rPr>
              <a:t>Environment remains underfunded despite weak SDG performance — a consistent global gap.</a:t>
            </a:r>
            <a:endParaRPr lang="en-US" sz="1400">
              <a:cs typeface="Arial"/>
            </a:endParaRPr>
          </a:p>
          <a:p>
            <a:pPr marL="285750" indent="-285750">
              <a:lnSpc>
                <a:spcPct val="170000"/>
              </a:lnSpc>
              <a:buFont typeface="Arial"/>
              <a:buChar char="•"/>
            </a:pPr>
            <a:endParaRPr lang="en-US" sz="1400">
              <a:cs typeface="Arial"/>
            </a:endParaRPr>
          </a:p>
          <a:p>
            <a:endParaRPr lang="en-US" sz="2000">
              <a:cs typeface="Arial"/>
            </a:endParaRPr>
          </a:p>
          <a:p>
            <a:pPr marL="342900" indent="-342900">
              <a:buChar char="•"/>
            </a:pPr>
            <a:endParaRPr lang="en-US" sz="2000">
              <a:cs typeface="Arial"/>
            </a:endParaRPr>
          </a:p>
          <a:p>
            <a:endParaRPr lang="en-US">
              <a:cs typeface="Arial"/>
            </a:endParaRPr>
          </a:p>
          <a:p>
            <a:endParaRPr lang="en-US">
              <a:highlight>
                <a:srgbClr val="FFFF00"/>
              </a:highlight>
              <a:cs typeface="Arial"/>
            </a:endParaRPr>
          </a:p>
          <a:p>
            <a:pPr marL="285750" indent="-285750">
              <a:buFont typeface="Arial" panose="020B0604020202020204" pitchFamily="34" charset="0"/>
              <a:buChar char="•"/>
            </a:pPr>
            <a:endParaRPr lang="en-US">
              <a:highlight>
                <a:srgbClr val="FFFF00"/>
              </a:highlight>
              <a:cs typeface="Arial"/>
            </a:endParaRPr>
          </a:p>
          <a:p>
            <a:pPr marL="285750" indent="-285750">
              <a:buFont typeface="Arial" panose="020B0604020202020204" pitchFamily="34" charset="0"/>
              <a:buChar char="•"/>
            </a:pPr>
            <a:endParaRPr lang="en-US">
              <a:highlight>
                <a:srgbClr val="FFFF00"/>
              </a:highlight>
              <a:cs typeface="Arial"/>
            </a:endParaRPr>
          </a:p>
        </p:txBody>
      </p:sp>
      <p:sp>
        <p:nvSpPr>
          <p:cNvPr id="5" name="Slide Number Placeholder 4">
            <a:extLst>
              <a:ext uri="{FF2B5EF4-FFF2-40B4-BE49-F238E27FC236}">
                <a16:creationId xmlns:a16="http://schemas.microsoft.com/office/drawing/2014/main" id="{6DBAE879-EC0E-2635-46A8-CE83799CC1F0}"/>
              </a:ext>
            </a:extLst>
          </p:cNvPr>
          <p:cNvSpPr>
            <a:spLocks noGrp="1"/>
          </p:cNvSpPr>
          <p:nvPr>
            <p:ph type="sldNum" sz="quarter" idx="12"/>
          </p:nvPr>
        </p:nvSpPr>
        <p:spPr/>
        <p:txBody>
          <a:bodyPr/>
          <a:lstStyle/>
          <a:p>
            <a:fld id="{D9C42BCC-44E8-4F98-A8FE-EAF16D8C1E6E}" type="slidenum">
              <a:rPr lang="en-AU" smtClean="0"/>
              <a:pPr/>
              <a:t>6</a:t>
            </a:fld>
            <a:endParaRPr lang="en-AU"/>
          </a:p>
        </p:txBody>
      </p:sp>
      <p:sp>
        <p:nvSpPr>
          <p:cNvPr id="6" name="Text Placeholder 5">
            <a:extLst>
              <a:ext uri="{FF2B5EF4-FFF2-40B4-BE49-F238E27FC236}">
                <a16:creationId xmlns:a16="http://schemas.microsoft.com/office/drawing/2014/main" id="{9D4C4562-E144-9B95-CF1F-98F83496B1A3}"/>
              </a:ext>
            </a:extLst>
          </p:cNvPr>
          <p:cNvSpPr>
            <a:spLocks noGrp="1"/>
          </p:cNvSpPr>
          <p:nvPr>
            <p:ph type="body" sz="quarter" idx="15"/>
          </p:nvPr>
        </p:nvSpPr>
        <p:spPr/>
        <p:txBody>
          <a:bodyPr vert="horz" lIns="0" tIns="0" rIns="0" bIns="0" rtlCol="0" anchor="t">
            <a:normAutofit/>
          </a:bodyPr>
          <a:lstStyle/>
          <a:p>
            <a:r>
              <a:rPr lang="en-US">
                <a:cs typeface="Arial"/>
              </a:rPr>
              <a:t>DV 2</a:t>
            </a:r>
            <a:endParaRPr lang="en-US"/>
          </a:p>
        </p:txBody>
      </p:sp>
      <p:pic>
        <p:nvPicPr>
          <p:cNvPr id="9" name="Graphic 8" descr="Lunch Box with solid fill">
            <a:extLst>
              <a:ext uri="{FF2B5EF4-FFF2-40B4-BE49-F238E27FC236}">
                <a16:creationId xmlns:a16="http://schemas.microsoft.com/office/drawing/2014/main" id="{C646D91B-8B3E-0669-FED2-21F4E43F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39507" y="3860245"/>
            <a:ext cx="445223" cy="455206"/>
          </a:xfrm>
          <a:prstGeom prst="rect">
            <a:avLst/>
          </a:prstGeom>
        </p:spPr>
      </p:pic>
      <p:pic>
        <p:nvPicPr>
          <p:cNvPr id="10" name="Graphic 9" descr="Badge Tick outline">
            <a:extLst>
              <a:ext uri="{FF2B5EF4-FFF2-40B4-BE49-F238E27FC236}">
                <a16:creationId xmlns:a16="http://schemas.microsoft.com/office/drawing/2014/main" id="{662CAE49-90ED-72F7-4AA0-CDEA90AE82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19516" y="5736542"/>
            <a:ext cx="421758" cy="421758"/>
          </a:xfrm>
          <a:prstGeom prst="rect">
            <a:avLst/>
          </a:prstGeom>
        </p:spPr>
      </p:pic>
      <p:pic>
        <p:nvPicPr>
          <p:cNvPr id="11" name="Graphic 10" descr="Hill scene outline">
            <a:extLst>
              <a:ext uri="{FF2B5EF4-FFF2-40B4-BE49-F238E27FC236}">
                <a16:creationId xmlns:a16="http://schemas.microsoft.com/office/drawing/2014/main" id="{D6FEC282-5E4E-D2B9-8FF4-115DB4BB210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82931" y="2382831"/>
            <a:ext cx="455205" cy="465187"/>
          </a:xfrm>
          <a:prstGeom prst="rect">
            <a:avLst/>
          </a:prstGeom>
        </p:spPr>
      </p:pic>
      <p:sp>
        <p:nvSpPr>
          <p:cNvPr id="8" name="Footer Placeholder 3">
            <a:extLst>
              <a:ext uri="{FF2B5EF4-FFF2-40B4-BE49-F238E27FC236}">
                <a16:creationId xmlns:a16="http://schemas.microsoft.com/office/drawing/2014/main" id="{B831A498-BFC4-1E20-61E6-1C83BFB4A2FF}"/>
              </a:ext>
            </a:extLst>
          </p:cNvPr>
          <p:cNvSpPr>
            <a:spLocks noGrp="1"/>
          </p:cNvSpPr>
          <p:nvPr>
            <p:ph type="ftr" sz="quarter" idx="11"/>
          </p:nvPr>
        </p:nvSpPr>
        <p:spPr>
          <a:xfrm>
            <a:off x="520950" y="6381330"/>
            <a:ext cx="3978498" cy="365125"/>
          </a:xfrm>
        </p:spPr>
        <p:txBody>
          <a:bodyPr/>
          <a:lstStyle/>
          <a:p>
            <a:r>
              <a:rPr lang="en-AU"/>
              <a:t>Anisha Nawar Hoque | </a:t>
            </a:r>
            <a:r>
              <a:rPr lang="en-AU">
                <a:ea typeface="+mn-lt"/>
                <a:cs typeface="+mn-lt"/>
              </a:rPr>
              <a:t>46738258 </a:t>
            </a:r>
            <a:endParaRPr lang="en-US"/>
          </a:p>
        </p:txBody>
      </p:sp>
    </p:spTree>
    <p:extLst>
      <p:ext uri="{BB962C8B-B14F-4D97-AF65-F5344CB8AC3E}">
        <p14:creationId xmlns:p14="http://schemas.microsoft.com/office/powerpoint/2010/main" val="1589770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E28D7-4898-9AA5-C4E1-5CB27E32452B}"/>
              </a:ext>
            </a:extLst>
          </p:cNvPr>
          <p:cNvSpPr>
            <a:spLocks noGrp="1"/>
          </p:cNvSpPr>
          <p:nvPr>
            <p:ph type="title"/>
          </p:nvPr>
        </p:nvSpPr>
        <p:spPr/>
        <p:txBody>
          <a:bodyPr/>
          <a:lstStyle/>
          <a:p>
            <a:r>
              <a:rPr lang="en-US">
                <a:cs typeface="Arial"/>
              </a:rPr>
              <a:t>Persona 1: Farida</a:t>
            </a:r>
            <a:endParaRPr lang="en-US"/>
          </a:p>
        </p:txBody>
      </p:sp>
      <p:sp>
        <p:nvSpPr>
          <p:cNvPr id="3" name="Content Placeholder 2">
            <a:extLst>
              <a:ext uri="{FF2B5EF4-FFF2-40B4-BE49-F238E27FC236}">
                <a16:creationId xmlns:a16="http://schemas.microsoft.com/office/drawing/2014/main" id="{37024127-5325-3215-3A33-F2E2A16295D6}"/>
              </a:ext>
            </a:extLst>
          </p:cNvPr>
          <p:cNvSpPr>
            <a:spLocks noGrp="1"/>
          </p:cNvSpPr>
          <p:nvPr>
            <p:ph idx="1"/>
          </p:nvPr>
        </p:nvSpPr>
        <p:spPr>
          <a:xfrm>
            <a:off x="528712" y="1620001"/>
            <a:ext cx="8116933" cy="614363"/>
          </a:xfrm>
        </p:spPr>
        <p:txBody>
          <a:bodyPr vert="horz" lIns="0" tIns="0" rIns="0" bIns="0" rtlCol="0" anchor="t">
            <a:normAutofit/>
          </a:bodyPr>
          <a:lstStyle/>
          <a:p>
            <a:r>
              <a:rPr lang="en-US" b="1" dirty="0">
                <a:cs typeface="Arial"/>
              </a:rPr>
              <a:t>Question 3: What future projects can Impact100 focus on to address Sydney’s community needs?</a:t>
            </a:r>
          </a:p>
          <a:p>
            <a:pPr marL="285750" indent="-285750">
              <a:lnSpc>
                <a:spcPct val="150000"/>
              </a:lnSpc>
              <a:buFont typeface="Arial"/>
              <a:buChar char="•"/>
            </a:pPr>
            <a:endParaRPr lang="en-US" sz="1400" b="1" dirty="0">
              <a:cs typeface="Arial"/>
            </a:endParaRPr>
          </a:p>
          <a:p>
            <a:endParaRPr lang="en-US">
              <a:cs typeface="Arial"/>
            </a:endParaRPr>
          </a:p>
          <a:p>
            <a:pPr marL="285750" indent="-285750">
              <a:buFont typeface="Wingdings" panose="020B0604020202020204" pitchFamily="34" charset="0"/>
              <a:buChar char="Ø"/>
            </a:pPr>
            <a:endParaRPr lang="en-US">
              <a:cs typeface="Arial"/>
            </a:endParaRPr>
          </a:p>
        </p:txBody>
      </p:sp>
      <p:sp>
        <p:nvSpPr>
          <p:cNvPr id="4" name="Footer Placeholder 3">
            <a:extLst>
              <a:ext uri="{FF2B5EF4-FFF2-40B4-BE49-F238E27FC236}">
                <a16:creationId xmlns:a16="http://schemas.microsoft.com/office/drawing/2014/main" id="{8889EB24-14B0-CE2F-9432-879EA76C613D}"/>
              </a:ext>
            </a:extLst>
          </p:cNvPr>
          <p:cNvSpPr>
            <a:spLocks noGrp="1"/>
          </p:cNvSpPr>
          <p:nvPr>
            <p:ph type="ftr" sz="quarter" idx="11"/>
          </p:nvPr>
        </p:nvSpPr>
        <p:spPr/>
        <p:txBody>
          <a:bodyPr/>
          <a:lstStyle/>
          <a:p>
            <a:r>
              <a:rPr lang="en-AU">
                <a:ea typeface="+mn-lt"/>
                <a:cs typeface="+mn-lt"/>
              </a:rPr>
              <a:t>Ye Lin Soe</a:t>
            </a:r>
            <a:r>
              <a:rPr lang="en-AU"/>
              <a:t> |</a:t>
            </a:r>
            <a:r>
              <a:rPr lang="en-AU">
                <a:ea typeface="+mn-lt"/>
                <a:cs typeface="+mn-lt"/>
              </a:rPr>
              <a:t> 47462825 </a:t>
            </a:r>
            <a:endParaRPr lang="en-AU">
              <a:cs typeface="Arial"/>
            </a:endParaRPr>
          </a:p>
        </p:txBody>
      </p:sp>
      <p:sp>
        <p:nvSpPr>
          <p:cNvPr id="5" name="Slide Number Placeholder 4">
            <a:extLst>
              <a:ext uri="{FF2B5EF4-FFF2-40B4-BE49-F238E27FC236}">
                <a16:creationId xmlns:a16="http://schemas.microsoft.com/office/drawing/2014/main" id="{45D8F8C2-7CAA-26BD-AF38-0E372CE3D6B7}"/>
              </a:ext>
            </a:extLst>
          </p:cNvPr>
          <p:cNvSpPr>
            <a:spLocks noGrp="1"/>
          </p:cNvSpPr>
          <p:nvPr>
            <p:ph type="sldNum" sz="quarter" idx="12"/>
          </p:nvPr>
        </p:nvSpPr>
        <p:spPr/>
        <p:txBody>
          <a:bodyPr/>
          <a:lstStyle/>
          <a:p>
            <a:fld id="{D9C42BCC-44E8-4F98-A8FE-EAF16D8C1E6E}" type="slidenum">
              <a:rPr lang="en-AU" smtClean="0"/>
              <a:pPr/>
              <a:t>7</a:t>
            </a:fld>
            <a:endParaRPr lang="en-AU"/>
          </a:p>
        </p:txBody>
      </p:sp>
      <p:sp>
        <p:nvSpPr>
          <p:cNvPr id="6" name="Text Placeholder 5">
            <a:extLst>
              <a:ext uri="{FF2B5EF4-FFF2-40B4-BE49-F238E27FC236}">
                <a16:creationId xmlns:a16="http://schemas.microsoft.com/office/drawing/2014/main" id="{1F5BB171-9D8B-223F-D375-3CA62FB16D28}"/>
              </a:ext>
            </a:extLst>
          </p:cNvPr>
          <p:cNvSpPr>
            <a:spLocks noGrp="1"/>
          </p:cNvSpPr>
          <p:nvPr>
            <p:ph type="body" sz="quarter" idx="15"/>
          </p:nvPr>
        </p:nvSpPr>
        <p:spPr/>
        <p:txBody>
          <a:bodyPr vert="horz" lIns="0" tIns="0" rIns="0" bIns="0" rtlCol="0" anchor="t">
            <a:normAutofit/>
          </a:bodyPr>
          <a:lstStyle/>
          <a:p>
            <a:r>
              <a:rPr lang="en-US">
                <a:cs typeface="Arial"/>
              </a:rPr>
              <a:t>DV 3</a:t>
            </a:r>
            <a:endParaRPr lang="en-US"/>
          </a:p>
        </p:txBody>
      </p:sp>
      <p:pic>
        <p:nvPicPr>
          <p:cNvPr id="7" name="Picture 6" descr="A screenshot of a computer&#10;&#10;AI-generated content may be incorrect.">
            <a:extLst>
              <a:ext uri="{FF2B5EF4-FFF2-40B4-BE49-F238E27FC236}">
                <a16:creationId xmlns:a16="http://schemas.microsoft.com/office/drawing/2014/main" id="{BE0F74A9-D24D-5CA2-4AB2-E3639EC8E1A5}"/>
              </a:ext>
            </a:extLst>
          </p:cNvPr>
          <p:cNvPicPr>
            <a:picLocks noChangeAspect="1"/>
          </p:cNvPicPr>
          <p:nvPr/>
        </p:nvPicPr>
        <p:blipFill>
          <a:blip r:embed="rId2"/>
          <a:srcRect t="20316" b="4907"/>
          <a:stretch>
            <a:fillRect/>
          </a:stretch>
        </p:blipFill>
        <p:spPr>
          <a:xfrm>
            <a:off x="468489" y="2264817"/>
            <a:ext cx="8201378" cy="4115285"/>
          </a:xfrm>
          <a:prstGeom prst="rect">
            <a:avLst/>
          </a:prstGeom>
        </p:spPr>
      </p:pic>
    </p:spTree>
    <p:extLst>
      <p:ext uri="{BB962C8B-B14F-4D97-AF65-F5344CB8AC3E}">
        <p14:creationId xmlns:p14="http://schemas.microsoft.com/office/powerpoint/2010/main" val="1562692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75463-A92E-47A1-8B61-DA17F2D881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B0C209-685D-CEFE-DCA5-CD006C8906A4}"/>
              </a:ext>
            </a:extLst>
          </p:cNvPr>
          <p:cNvSpPr>
            <a:spLocks noGrp="1"/>
          </p:cNvSpPr>
          <p:nvPr>
            <p:ph type="title"/>
          </p:nvPr>
        </p:nvSpPr>
        <p:spPr/>
        <p:txBody>
          <a:bodyPr/>
          <a:lstStyle/>
          <a:p>
            <a:r>
              <a:rPr lang="en-US">
                <a:cs typeface="Arial"/>
              </a:rPr>
              <a:t>Persona 1: Farida</a:t>
            </a:r>
            <a:endParaRPr lang="en-US"/>
          </a:p>
        </p:txBody>
      </p:sp>
      <p:sp>
        <p:nvSpPr>
          <p:cNvPr id="3" name="Content Placeholder 2">
            <a:extLst>
              <a:ext uri="{FF2B5EF4-FFF2-40B4-BE49-F238E27FC236}">
                <a16:creationId xmlns:a16="http://schemas.microsoft.com/office/drawing/2014/main" id="{82FAD1A5-4CFB-13A5-52E5-AF57D15D3C1F}"/>
              </a:ext>
            </a:extLst>
          </p:cNvPr>
          <p:cNvSpPr>
            <a:spLocks noGrp="1"/>
          </p:cNvSpPr>
          <p:nvPr>
            <p:ph idx="1"/>
          </p:nvPr>
        </p:nvSpPr>
        <p:spPr/>
        <p:txBody>
          <a:bodyPr vert="horz" lIns="0" tIns="0" rIns="0" bIns="0" rtlCol="0" anchor="t">
            <a:normAutofit/>
          </a:bodyPr>
          <a:lstStyle/>
          <a:p>
            <a:r>
              <a:rPr lang="en-US" b="1">
                <a:cs typeface="Arial"/>
              </a:rPr>
              <a:t>Question 3: What future projects can Impact100 focus on to address Sydney’s community needs?</a:t>
            </a:r>
          </a:p>
          <a:p>
            <a:endParaRPr lang="en-US">
              <a:cs typeface="Arial"/>
            </a:endParaRPr>
          </a:p>
          <a:p>
            <a:pPr marL="285750" indent="-285750">
              <a:lnSpc>
                <a:spcPct val="150000"/>
              </a:lnSpc>
              <a:buFont typeface="Arial"/>
              <a:buChar char="•"/>
            </a:pPr>
            <a:r>
              <a:rPr lang="en-US" sz="1400" b="1">
                <a:ea typeface="+mn-lt"/>
                <a:cs typeface="+mn-lt"/>
              </a:rPr>
              <a:t>10 community need targets</a:t>
            </a:r>
            <a:r>
              <a:rPr lang="en-US" sz="1400">
                <a:ea typeface="+mn-lt"/>
                <a:cs typeface="+mn-lt"/>
              </a:rPr>
              <a:t> mapped to specific SDGs (e.g., SDG 13, SDG 11).</a:t>
            </a:r>
            <a:endParaRPr lang="en-US" sz="1400">
              <a:cs typeface="Arial"/>
            </a:endParaRPr>
          </a:p>
          <a:p>
            <a:pPr marL="285750" indent="-285750">
              <a:lnSpc>
                <a:spcPct val="150000"/>
              </a:lnSpc>
              <a:buFont typeface="Arial"/>
              <a:buChar char="•"/>
            </a:pPr>
            <a:r>
              <a:rPr lang="en-US" sz="1400" b="1">
                <a:ea typeface="+mn-lt"/>
                <a:cs typeface="+mn-lt"/>
              </a:rPr>
              <a:t>SDG 13 (Climate Action)</a:t>
            </a:r>
            <a:r>
              <a:rPr lang="en-US" sz="1400">
                <a:ea typeface="+mn-lt"/>
                <a:cs typeface="+mn-lt"/>
              </a:rPr>
              <a:t> has the </a:t>
            </a:r>
            <a:r>
              <a:rPr lang="en-US" sz="1400" b="1">
                <a:ea typeface="+mn-lt"/>
                <a:cs typeface="+mn-lt"/>
              </a:rPr>
              <a:t>lowest national index (28)</a:t>
            </a:r>
            <a:r>
              <a:rPr lang="en-US" sz="1400">
                <a:ea typeface="+mn-lt"/>
                <a:cs typeface="+mn-lt"/>
              </a:rPr>
              <a:t>, showing critical underperformance.</a:t>
            </a:r>
            <a:endParaRPr lang="en-US" sz="1400">
              <a:cs typeface="Arial"/>
            </a:endParaRPr>
          </a:p>
          <a:p>
            <a:pPr marL="285750" indent="-285750">
              <a:lnSpc>
                <a:spcPct val="150000"/>
              </a:lnSpc>
              <a:buFont typeface="Arial"/>
              <a:buChar char="•"/>
            </a:pPr>
            <a:r>
              <a:rPr lang="en-US" sz="1400" b="1">
                <a:ea typeface="+mn-lt"/>
                <a:cs typeface="+mn-lt"/>
              </a:rPr>
              <a:t>SDG 12 (Responsible Consumption)</a:t>
            </a:r>
            <a:r>
              <a:rPr lang="en-US" sz="1400">
                <a:ea typeface="+mn-lt"/>
                <a:cs typeface="+mn-lt"/>
              </a:rPr>
              <a:t> and </a:t>
            </a:r>
            <a:r>
              <a:rPr lang="en-US" sz="1400" b="1">
                <a:ea typeface="+mn-lt"/>
                <a:cs typeface="+mn-lt"/>
              </a:rPr>
              <a:t>SDG 6 (Clean Water)</a:t>
            </a:r>
            <a:r>
              <a:rPr lang="en-US" sz="1400">
                <a:ea typeface="+mn-lt"/>
                <a:cs typeface="+mn-lt"/>
              </a:rPr>
              <a:t> also show weak national progress.</a:t>
            </a:r>
            <a:endParaRPr lang="en-US" sz="1400">
              <a:cs typeface="Arial"/>
            </a:endParaRPr>
          </a:p>
          <a:p>
            <a:pPr marL="285750" indent="-285750">
              <a:lnSpc>
                <a:spcPct val="150000"/>
              </a:lnSpc>
              <a:buFont typeface="Arial"/>
              <a:buChar char="•"/>
            </a:pPr>
            <a:endParaRPr lang="en-US" sz="1400">
              <a:ea typeface="+mn-lt"/>
              <a:cs typeface="+mn-lt"/>
            </a:endParaRPr>
          </a:p>
          <a:p>
            <a:pPr marL="285750" indent="-285750">
              <a:lnSpc>
                <a:spcPct val="150000"/>
              </a:lnSpc>
              <a:buFont typeface="Arial"/>
              <a:buChar char="•"/>
            </a:pPr>
            <a:r>
              <a:rPr lang="en-US" sz="1400">
                <a:ea typeface="+mn-lt"/>
                <a:cs typeface="+mn-lt"/>
              </a:rPr>
              <a:t>Impact100 Sydney projects focus mostly on</a:t>
            </a:r>
            <a:r>
              <a:rPr lang="en-US" sz="1400" b="1">
                <a:ea typeface="+mn-lt"/>
                <a:cs typeface="+mn-lt"/>
              </a:rPr>
              <a:t> SDG 8 and SDG 11</a:t>
            </a:r>
            <a:r>
              <a:rPr lang="en-US" sz="1400">
                <a:ea typeface="+mn-lt"/>
                <a:cs typeface="+mn-lt"/>
              </a:rPr>
              <a:t>.</a:t>
            </a:r>
            <a:endParaRPr lang="en-US" sz="1400">
              <a:cs typeface="Arial"/>
            </a:endParaRPr>
          </a:p>
          <a:p>
            <a:pPr marL="285750" indent="-285750">
              <a:lnSpc>
                <a:spcPct val="150000"/>
              </a:lnSpc>
              <a:buFont typeface="Arial"/>
              <a:buChar char="•"/>
            </a:pPr>
            <a:r>
              <a:rPr lang="en-US" sz="1400" b="1">
                <a:ea typeface="+mn-lt"/>
                <a:cs typeface="+mn-lt"/>
              </a:rPr>
              <a:t>Only 1 project addresses SDG 12</a:t>
            </a:r>
            <a:r>
              <a:rPr lang="en-US" sz="1400">
                <a:ea typeface="+mn-lt"/>
                <a:cs typeface="+mn-lt"/>
              </a:rPr>
              <a:t>, despite its relevance to community needs.</a:t>
            </a:r>
            <a:endParaRPr lang="en-US" sz="1400">
              <a:cs typeface="Arial"/>
            </a:endParaRPr>
          </a:p>
          <a:p>
            <a:pPr marL="285750" indent="-285750">
              <a:lnSpc>
                <a:spcPct val="150000"/>
              </a:lnSpc>
              <a:buFont typeface="Arial"/>
              <a:buChar char="•"/>
            </a:pPr>
            <a:r>
              <a:rPr lang="en-US" sz="1400" b="1">
                <a:ea typeface="+mn-lt"/>
                <a:cs typeface="+mn-lt"/>
              </a:rPr>
              <a:t>SDG 13 and SDG 6 have zero project representation</a:t>
            </a:r>
            <a:r>
              <a:rPr lang="en-US" sz="1400">
                <a:ea typeface="+mn-lt"/>
                <a:cs typeface="+mn-lt"/>
              </a:rPr>
              <a:t>, indicating a gap in support.</a:t>
            </a:r>
            <a:endParaRPr lang="en-US" sz="1400">
              <a:cs typeface="Arial"/>
            </a:endParaRPr>
          </a:p>
          <a:p>
            <a:pPr marL="285750" indent="-285750">
              <a:lnSpc>
                <a:spcPct val="150000"/>
              </a:lnSpc>
              <a:buFont typeface="Arial"/>
              <a:buChar char="•"/>
            </a:pPr>
            <a:r>
              <a:rPr lang="en-US" sz="1400">
                <a:ea typeface="+mn-lt"/>
                <a:cs typeface="+mn-lt"/>
              </a:rPr>
              <a:t>Strong alignment exists for </a:t>
            </a:r>
            <a:r>
              <a:rPr lang="en-US" sz="1400" b="1">
                <a:ea typeface="+mn-lt"/>
                <a:cs typeface="+mn-lt"/>
              </a:rPr>
              <a:t>employment and housing</a:t>
            </a:r>
            <a:r>
              <a:rPr lang="en-US" sz="1400">
                <a:ea typeface="+mn-lt"/>
                <a:cs typeface="+mn-lt"/>
              </a:rPr>
              <a:t>, but gaps remain in </a:t>
            </a:r>
            <a:r>
              <a:rPr lang="en-US" sz="1400" b="1">
                <a:ea typeface="+mn-lt"/>
                <a:cs typeface="+mn-lt"/>
              </a:rPr>
              <a:t>environmental and climate-focused SDGs</a:t>
            </a:r>
            <a:endParaRPr lang="en-US" sz="1400">
              <a:cs typeface="Arial"/>
            </a:endParaRPr>
          </a:p>
          <a:p>
            <a:endParaRPr lang="en-US">
              <a:cs typeface="Arial"/>
            </a:endParaRPr>
          </a:p>
          <a:p>
            <a:pPr marL="285750" indent="-285750">
              <a:buFont typeface="Wingdings" panose="020B0604020202020204" pitchFamily="34" charset="0"/>
              <a:buChar char="Ø"/>
            </a:pPr>
            <a:endParaRPr lang="en-US">
              <a:cs typeface="Arial"/>
            </a:endParaRPr>
          </a:p>
        </p:txBody>
      </p:sp>
      <p:sp>
        <p:nvSpPr>
          <p:cNvPr id="4" name="Footer Placeholder 3">
            <a:extLst>
              <a:ext uri="{FF2B5EF4-FFF2-40B4-BE49-F238E27FC236}">
                <a16:creationId xmlns:a16="http://schemas.microsoft.com/office/drawing/2014/main" id="{37A20C05-1CC8-DF3E-1E2F-46688AEDB3F8}"/>
              </a:ext>
            </a:extLst>
          </p:cNvPr>
          <p:cNvSpPr>
            <a:spLocks noGrp="1"/>
          </p:cNvSpPr>
          <p:nvPr>
            <p:ph type="ftr" sz="quarter" idx="11"/>
          </p:nvPr>
        </p:nvSpPr>
        <p:spPr/>
        <p:txBody>
          <a:bodyPr/>
          <a:lstStyle/>
          <a:p>
            <a:r>
              <a:rPr lang="en-AU">
                <a:ea typeface="+mn-lt"/>
                <a:cs typeface="+mn-lt"/>
              </a:rPr>
              <a:t>Ye Lin Soe</a:t>
            </a:r>
            <a:r>
              <a:rPr lang="en-AU"/>
              <a:t> |</a:t>
            </a:r>
            <a:r>
              <a:rPr lang="en-AU">
                <a:ea typeface="+mn-lt"/>
                <a:cs typeface="+mn-lt"/>
              </a:rPr>
              <a:t> 47462825 </a:t>
            </a:r>
            <a:endParaRPr lang="en-AU">
              <a:cs typeface="Arial"/>
            </a:endParaRPr>
          </a:p>
        </p:txBody>
      </p:sp>
      <p:sp>
        <p:nvSpPr>
          <p:cNvPr id="5" name="Slide Number Placeholder 4">
            <a:extLst>
              <a:ext uri="{FF2B5EF4-FFF2-40B4-BE49-F238E27FC236}">
                <a16:creationId xmlns:a16="http://schemas.microsoft.com/office/drawing/2014/main" id="{91F7E716-07F6-B1BB-A25B-0AC2A9C4001C}"/>
              </a:ext>
            </a:extLst>
          </p:cNvPr>
          <p:cNvSpPr>
            <a:spLocks noGrp="1"/>
          </p:cNvSpPr>
          <p:nvPr>
            <p:ph type="sldNum" sz="quarter" idx="12"/>
          </p:nvPr>
        </p:nvSpPr>
        <p:spPr/>
        <p:txBody>
          <a:bodyPr/>
          <a:lstStyle/>
          <a:p>
            <a:fld id="{D9C42BCC-44E8-4F98-A8FE-EAF16D8C1E6E}" type="slidenum">
              <a:rPr lang="en-AU" smtClean="0"/>
              <a:pPr/>
              <a:t>8</a:t>
            </a:fld>
            <a:endParaRPr lang="en-AU"/>
          </a:p>
        </p:txBody>
      </p:sp>
      <p:sp>
        <p:nvSpPr>
          <p:cNvPr id="6" name="Text Placeholder 5">
            <a:extLst>
              <a:ext uri="{FF2B5EF4-FFF2-40B4-BE49-F238E27FC236}">
                <a16:creationId xmlns:a16="http://schemas.microsoft.com/office/drawing/2014/main" id="{D0DAA4AC-DF22-5B2A-8B54-E93B634AA130}"/>
              </a:ext>
            </a:extLst>
          </p:cNvPr>
          <p:cNvSpPr>
            <a:spLocks noGrp="1"/>
          </p:cNvSpPr>
          <p:nvPr>
            <p:ph type="body" sz="quarter" idx="15"/>
          </p:nvPr>
        </p:nvSpPr>
        <p:spPr/>
        <p:txBody>
          <a:bodyPr vert="horz" lIns="0" tIns="0" rIns="0" bIns="0" rtlCol="0" anchor="t">
            <a:normAutofit/>
          </a:bodyPr>
          <a:lstStyle/>
          <a:p>
            <a:r>
              <a:rPr lang="en-US">
                <a:cs typeface="Arial"/>
              </a:rPr>
              <a:t>DV 3</a:t>
            </a:r>
            <a:endParaRPr lang="en-US"/>
          </a:p>
        </p:txBody>
      </p:sp>
      <p:pic>
        <p:nvPicPr>
          <p:cNvPr id="9" name="Graphic 8" descr="Bar chart outline">
            <a:extLst>
              <a:ext uri="{FF2B5EF4-FFF2-40B4-BE49-F238E27FC236}">
                <a16:creationId xmlns:a16="http://schemas.microsoft.com/office/drawing/2014/main" id="{385EBAB2-38A6-201B-8DCC-EC7AD3FCD1C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45705" y="4202204"/>
            <a:ext cx="591672" cy="578225"/>
          </a:xfrm>
          <a:prstGeom prst="rect">
            <a:avLst/>
          </a:prstGeom>
        </p:spPr>
      </p:pic>
      <p:pic>
        <p:nvPicPr>
          <p:cNvPr id="11" name="Graphic 10" descr="Leaky Tap outline">
            <a:extLst>
              <a:ext uri="{FF2B5EF4-FFF2-40B4-BE49-F238E27FC236}">
                <a16:creationId xmlns:a16="http://schemas.microsoft.com/office/drawing/2014/main" id="{EAB3B15E-103C-BAA9-26A4-B2CBE8D16C5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19783" y="3250439"/>
            <a:ext cx="632594" cy="632594"/>
          </a:xfrm>
          <a:prstGeom prst="rect">
            <a:avLst/>
          </a:prstGeom>
        </p:spPr>
      </p:pic>
      <p:pic>
        <p:nvPicPr>
          <p:cNvPr id="12" name="Graphic 11" descr="Open hand with plant outline">
            <a:extLst>
              <a:ext uri="{FF2B5EF4-FFF2-40B4-BE49-F238E27FC236}">
                <a16:creationId xmlns:a16="http://schemas.microsoft.com/office/drawing/2014/main" id="{1929ED64-8305-C6AD-A76F-00AD5A3A7D5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947087" y="5598219"/>
            <a:ext cx="620487" cy="658907"/>
          </a:xfrm>
          <a:prstGeom prst="rect">
            <a:avLst/>
          </a:prstGeom>
        </p:spPr>
      </p:pic>
    </p:spTree>
    <p:extLst>
      <p:ext uri="{BB962C8B-B14F-4D97-AF65-F5344CB8AC3E}">
        <p14:creationId xmlns:p14="http://schemas.microsoft.com/office/powerpoint/2010/main" val="1995471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457CD-0350-006E-93A5-F5E559D0C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A5C778-52B1-1367-328F-9316EA4BB569}"/>
              </a:ext>
            </a:extLst>
          </p:cNvPr>
          <p:cNvSpPr>
            <a:spLocks noGrp="1"/>
          </p:cNvSpPr>
          <p:nvPr>
            <p:ph type="title"/>
          </p:nvPr>
        </p:nvSpPr>
        <p:spPr/>
        <p:txBody>
          <a:bodyPr/>
          <a:lstStyle/>
          <a:p>
            <a:r>
              <a:rPr lang="en-US">
                <a:cs typeface="Arial"/>
              </a:rPr>
              <a:t>Persona Description</a:t>
            </a:r>
            <a:endParaRPr lang="en-US"/>
          </a:p>
        </p:txBody>
      </p:sp>
      <p:graphicFrame>
        <p:nvGraphicFramePr>
          <p:cNvPr id="7" name="Content Placeholder 6">
            <a:extLst>
              <a:ext uri="{FF2B5EF4-FFF2-40B4-BE49-F238E27FC236}">
                <a16:creationId xmlns:a16="http://schemas.microsoft.com/office/drawing/2014/main" id="{4117680D-A3B3-5FFC-8432-9FB394637046}"/>
              </a:ext>
            </a:extLst>
          </p:cNvPr>
          <p:cNvGraphicFramePr>
            <a:graphicFrameLocks noGrp="1"/>
          </p:cNvGraphicFramePr>
          <p:nvPr>
            <p:ph idx="1"/>
            <p:extLst>
              <p:ext uri="{D42A27DB-BD31-4B8C-83A1-F6EECF244321}">
                <p14:modId xmlns:p14="http://schemas.microsoft.com/office/powerpoint/2010/main" val="231326962"/>
              </p:ext>
            </p:extLst>
          </p:nvPr>
        </p:nvGraphicFramePr>
        <p:xfrm>
          <a:off x="539750" y="1619250"/>
          <a:ext cx="8101008" cy="4652039"/>
        </p:xfrm>
        <a:graphic>
          <a:graphicData uri="http://schemas.openxmlformats.org/drawingml/2006/table">
            <a:tbl>
              <a:tblPr firstRow="1" bandRow="1">
                <a:tableStyleId>{2D5ABB26-0587-4C30-8999-92F81FD0307C}</a:tableStyleId>
              </a:tblPr>
              <a:tblGrid>
                <a:gridCol w="2058596">
                  <a:extLst>
                    <a:ext uri="{9D8B030D-6E8A-4147-A177-3AD203B41FA5}">
                      <a16:colId xmlns:a16="http://schemas.microsoft.com/office/drawing/2014/main" val="1723854704"/>
                    </a:ext>
                  </a:extLst>
                </a:gridCol>
                <a:gridCol w="6042412">
                  <a:extLst>
                    <a:ext uri="{9D8B030D-6E8A-4147-A177-3AD203B41FA5}">
                      <a16:colId xmlns:a16="http://schemas.microsoft.com/office/drawing/2014/main" val="579125014"/>
                    </a:ext>
                  </a:extLst>
                </a:gridCol>
              </a:tblGrid>
              <a:tr h="710268">
                <a:tc>
                  <a:txBody>
                    <a:bodyPr/>
                    <a:lstStyle/>
                    <a:p>
                      <a:pPr lvl="0" algn="l">
                        <a:lnSpc>
                          <a:spcPct val="100000"/>
                        </a:lnSpc>
                        <a:spcBef>
                          <a:spcPts val="0"/>
                        </a:spcBef>
                        <a:spcAft>
                          <a:spcPts val="0"/>
                        </a:spcAft>
                        <a:buNone/>
                      </a:pPr>
                      <a:endParaRPr lang="en-US" sz="1400" b="1" u="none" strike="noStrike" noProof="0">
                        <a:solidFill>
                          <a:schemeClr val="bg1"/>
                        </a:solidFill>
                      </a:endParaRPr>
                    </a:p>
                    <a:p>
                      <a:pPr lvl="0" algn="l">
                        <a:lnSpc>
                          <a:spcPct val="100000"/>
                        </a:lnSpc>
                        <a:spcBef>
                          <a:spcPts val="0"/>
                        </a:spcBef>
                        <a:spcAft>
                          <a:spcPts val="0"/>
                        </a:spcAft>
                        <a:buNone/>
                      </a:pPr>
                      <a:r>
                        <a:rPr lang="en-US" sz="1400" b="1" u="none" strike="noStrike" noProof="0">
                          <a:solidFill>
                            <a:schemeClr val="bg1"/>
                          </a:solidFill>
                        </a:rPr>
                        <a:t>Persona 2</a:t>
                      </a:r>
                    </a:p>
                    <a:p>
                      <a:pPr lvl="0" algn="l">
                        <a:buNone/>
                      </a:pPr>
                      <a:endParaRPr lang="en-US" sz="1400" b="1">
                        <a:solidFill>
                          <a:schemeClr val="bg1"/>
                        </a:solidFill>
                      </a:endParaRPr>
                    </a:p>
                  </a:txBody>
                  <a:tcPr anchor="ctr">
                    <a:lnL w="12700">
                      <a:solidFill>
                        <a:schemeClr val="bg1"/>
                      </a:solidFill>
                    </a:lnL>
                    <a:lnR w="12700">
                      <a:solidFill>
                        <a:schemeClr val="bg1"/>
                      </a:solidFill>
                    </a:lnR>
                    <a:lnT w="12700">
                      <a:solidFill>
                        <a:schemeClr val="bg1"/>
                      </a:solidFill>
                    </a:lnT>
                    <a:lnB w="12700">
                      <a:solidFill>
                        <a:schemeClr val="bg1"/>
                      </a:solidFill>
                    </a:lnB>
                    <a:solidFill>
                      <a:srgbClr val="A6192E"/>
                    </a:solidFill>
                  </a:tcPr>
                </a:tc>
                <a:tc>
                  <a:txBody>
                    <a:bodyPr/>
                    <a:lstStyle/>
                    <a:p>
                      <a:pPr lvl="0" algn="l">
                        <a:buNone/>
                      </a:pPr>
                      <a:r>
                        <a:rPr lang="en-US" sz="1400" u="none" strike="noStrike" noProof="0">
                          <a:solidFill>
                            <a:srgbClr val="000000"/>
                          </a:solidFill>
                        </a:rPr>
                        <a:t>Lee – CSR Manager of a large company in Australia </a:t>
                      </a:r>
                      <a:endParaRPr lang="en-US" sz="1400"/>
                    </a:p>
                  </a:txBody>
                  <a:tcPr anchor="ctr">
                    <a:lnL w="12700">
                      <a:solidFill>
                        <a:schemeClr val="bg1"/>
                      </a:solidFill>
                    </a:lnL>
                    <a:lnR w="12700">
                      <a:solidFill>
                        <a:schemeClr val="bg1"/>
                      </a:solidFill>
                    </a:lnR>
                    <a:lnT w="12700">
                      <a:solidFill>
                        <a:schemeClr val="bg1"/>
                      </a:solidFill>
                    </a:lnT>
                    <a:lnB w="12700">
                      <a:solidFill>
                        <a:schemeClr val="bg1"/>
                      </a:solidFill>
                    </a:lnB>
                    <a:solidFill>
                      <a:srgbClr val="D6D2C4"/>
                    </a:solidFill>
                  </a:tcPr>
                </a:tc>
                <a:extLst>
                  <a:ext uri="{0D108BD9-81ED-4DB2-BD59-A6C34878D82A}">
                    <a16:rowId xmlns:a16="http://schemas.microsoft.com/office/drawing/2014/main" val="520560991"/>
                  </a:ext>
                </a:extLst>
              </a:tr>
              <a:tr h="572797">
                <a:tc>
                  <a:txBody>
                    <a:bodyPr/>
                    <a:lstStyle/>
                    <a:p>
                      <a:pPr lvl="0" algn="l">
                        <a:buNone/>
                      </a:pPr>
                      <a:r>
                        <a:rPr lang="en-US" sz="1400" b="1" u="none" strike="noStrike" noProof="0">
                          <a:solidFill>
                            <a:schemeClr val="bg1"/>
                          </a:solidFill>
                        </a:rPr>
                        <a:t>Role</a:t>
                      </a:r>
                      <a:endParaRPr lang="en-US" sz="1400" b="1">
                        <a:solidFill>
                          <a:schemeClr val="bg1"/>
                        </a:solidFill>
                      </a:endParaRPr>
                    </a:p>
                  </a:txBody>
                  <a:tcPr anchor="ctr">
                    <a:lnL w="12700">
                      <a:solidFill>
                        <a:schemeClr val="bg1"/>
                      </a:solidFill>
                    </a:lnL>
                    <a:lnR w="12700">
                      <a:solidFill>
                        <a:schemeClr val="bg1"/>
                      </a:solidFill>
                    </a:lnR>
                    <a:lnT w="12700">
                      <a:solidFill>
                        <a:schemeClr val="bg1"/>
                      </a:solidFill>
                    </a:lnT>
                    <a:lnB w="12700">
                      <a:solidFill>
                        <a:schemeClr val="bg1"/>
                      </a:solidFill>
                    </a:lnB>
                    <a:solidFill>
                      <a:srgbClr val="A6192E"/>
                    </a:solidFill>
                  </a:tcPr>
                </a:tc>
                <a:tc>
                  <a:txBody>
                    <a:bodyPr/>
                    <a:lstStyle/>
                    <a:p>
                      <a:pPr lvl="0">
                        <a:buNone/>
                      </a:pPr>
                      <a:r>
                        <a:rPr lang="en-US" sz="1400" u="none" strike="noStrike" baseline="0" noProof="0">
                          <a:solidFill>
                            <a:srgbClr val="000000"/>
                          </a:solidFill>
                        </a:rPr>
                        <a:t>Manager of the Corporate Social Responsibility department for a large commercial company in Australia </a:t>
                      </a:r>
                      <a:endParaRPr lang="en-US" sz="1400"/>
                    </a:p>
                  </a:txBody>
                  <a:tcPr anchor="ctr">
                    <a:lnL w="12700">
                      <a:solidFill>
                        <a:schemeClr val="bg1"/>
                      </a:solidFill>
                    </a:lnL>
                    <a:lnR w="12700">
                      <a:solidFill>
                        <a:schemeClr val="bg1"/>
                      </a:solidFill>
                    </a:lnR>
                    <a:lnT w="12700">
                      <a:solidFill>
                        <a:schemeClr val="bg1"/>
                      </a:solidFill>
                    </a:lnT>
                    <a:lnB w="12700">
                      <a:solidFill>
                        <a:schemeClr val="bg1"/>
                      </a:solidFill>
                    </a:lnB>
                    <a:solidFill>
                      <a:srgbClr val="E6E4DC"/>
                    </a:solidFill>
                  </a:tcPr>
                </a:tc>
                <a:extLst>
                  <a:ext uri="{0D108BD9-81ED-4DB2-BD59-A6C34878D82A}">
                    <a16:rowId xmlns:a16="http://schemas.microsoft.com/office/drawing/2014/main" val="148942620"/>
                  </a:ext>
                </a:extLst>
              </a:tr>
              <a:tr h="1122682">
                <a:tc>
                  <a:txBody>
                    <a:bodyPr/>
                    <a:lstStyle/>
                    <a:p>
                      <a:pPr lvl="0" algn="l">
                        <a:lnSpc>
                          <a:spcPct val="100000"/>
                        </a:lnSpc>
                        <a:spcBef>
                          <a:spcPts val="0"/>
                        </a:spcBef>
                        <a:spcAft>
                          <a:spcPts val="0"/>
                        </a:spcAft>
                        <a:buNone/>
                      </a:pPr>
                      <a:r>
                        <a:rPr lang="en-US" sz="1400" b="1" u="none" strike="noStrike" noProof="0">
                          <a:solidFill>
                            <a:schemeClr val="bg1"/>
                          </a:solidFill>
                        </a:rPr>
                        <a:t>Context of their work/role</a:t>
                      </a:r>
                      <a:endParaRPr lang="en-US" sz="1400" b="1">
                        <a:solidFill>
                          <a:schemeClr val="bg1"/>
                        </a:solidFill>
                      </a:endParaRPr>
                    </a:p>
                  </a:txBody>
                  <a:tcPr anchor="ctr">
                    <a:lnL w="12700">
                      <a:solidFill>
                        <a:schemeClr val="bg1"/>
                      </a:solidFill>
                    </a:lnL>
                    <a:lnR w="12700">
                      <a:solidFill>
                        <a:schemeClr val="bg1"/>
                      </a:solidFill>
                    </a:lnR>
                    <a:lnT w="12700">
                      <a:solidFill>
                        <a:schemeClr val="bg1"/>
                      </a:solidFill>
                    </a:lnT>
                    <a:lnB w="12700">
                      <a:solidFill>
                        <a:schemeClr val="bg1"/>
                      </a:solidFill>
                    </a:lnB>
                    <a:solidFill>
                      <a:srgbClr val="A6192E"/>
                    </a:solidFill>
                  </a:tcPr>
                </a:tc>
                <a:tc>
                  <a:txBody>
                    <a:bodyPr/>
                    <a:lstStyle/>
                    <a:p>
                      <a:pPr marL="285750" lvl="0" indent="-285750" algn="l">
                        <a:lnSpc>
                          <a:spcPct val="100000"/>
                        </a:lnSpc>
                        <a:buFont typeface="Arial"/>
                        <a:buChar char="•"/>
                      </a:pPr>
                      <a:r>
                        <a:rPr lang="en-US" sz="1400"/>
                        <a:t>Committed to developing opportunities for social impact investment and corporate philanthropy </a:t>
                      </a:r>
                    </a:p>
                    <a:p>
                      <a:pPr marL="285750" lvl="0" indent="-285750" algn="l">
                        <a:lnSpc>
                          <a:spcPct val="100000"/>
                        </a:lnSpc>
                        <a:buFont typeface="Arial"/>
                        <a:buChar char="•"/>
                      </a:pPr>
                      <a:r>
                        <a:rPr lang="en-US" sz="1400" u="none" strike="noStrike" baseline="0" noProof="0">
                          <a:solidFill>
                            <a:srgbClr val="000000"/>
                          </a:solidFill>
                        </a:rPr>
                        <a:t>Interested in exploring opportunities for social investment on behalf of their </a:t>
                      </a:r>
                      <a:r>
                        <a:rPr lang="en-US" sz="1400" u="none" strike="noStrike" baseline="0" noProof="0" err="1">
                          <a:solidFill>
                            <a:srgbClr val="000000"/>
                          </a:solidFill>
                        </a:rPr>
                        <a:t>organisation</a:t>
                      </a:r>
                      <a:endParaRPr lang="en-US" sz="1400"/>
                    </a:p>
                  </a:txBody>
                  <a:tcPr anchor="ctr">
                    <a:lnL w="12700">
                      <a:solidFill>
                        <a:schemeClr val="bg1"/>
                      </a:solidFill>
                    </a:lnL>
                    <a:lnR w="12700">
                      <a:solidFill>
                        <a:schemeClr val="bg1"/>
                      </a:solidFill>
                    </a:lnR>
                    <a:lnT w="12700">
                      <a:solidFill>
                        <a:schemeClr val="bg1"/>
                      </a:solidFill>
                    </a:lnT>
                    <a:lnB w="12700">
                      <a:solidFill>
                        <a:schemeClr val="bg1"/>
                      </a:solidFill>
                    </a:lnB>
                    <a:solidFill>
                      <a:srgbClr val="D6D2C4"/>
                    </a:solidFill>
                  </a:tcPr>
                </a:tc>
                <a:extLst>
                  <a:ext uri="{0D108BD9-81ED-4DB2-BD59-A6C34878D82A}">
                    <a16:rowId xmlns:a16="http://schemas.microsoft.com/office/drawing/2014/main" val="1870493171"/>
                  </a:ext>
                </a:extLst>
              </a:tr>
              <a:tr h="2153716">
                <a:tc>
                  <a:txBody>
                    <a:bodyPr/>
                    <a:lstStyle/>
                    <a:p>
                      <a:pPr lvl="0" algn="l">
                        <a:buNone/>
                      </a:pPr>
                      <a:r>
                        <a:rPr lang="en-US" sz="1400" b="1" u="none" strike="noStrike" noProof="0">
                          <a:solidFill>
                            <a:schemeClr val="bg1"/>
                          </a:solidFill>
                        </a:rPr>
                        <a:t>Key activities/ decision making needs and interests</a:t>
                      </a:r>
                      <a:br>
                        <a:rPr lang="en-US" sz="1400" b="1">
                          <a:solidFill>
                            <a:srgbClr val="FFFFFF"/>
                          </a:solidFill>
                        </a:rPr>
                      </a:br>
                      <a:endParaRPr lang="en-US" sz="1400" b="1">
                        <a:solidFill>
                          <a:srgbClr val="FFFFFF"/>
                        </a:solidFill>
                      </a:endParaRPr>
                    </a:p>
                  </a:txBody>
                  <a:tcPr anchor="ctr">
                    <a:lnL w="12700">
                      <a:solidFill>
                        <a:schemeClr val="bg1"/>
                      </a:solidFill>
                    </a:lnL>
                    <a:lnR w="12700">
                      <a:solidFill>
                        <a:schemeClr val="bg1"/>
                      </a:solidFill>
                    </a:lnR>
                    <a:lnT w="12700">
                      <a:solidFill>
                        <a:schemeClr val="bg1"/>
                      </a:solidFill>
                    </a:lnT>
                    <a:lnB w="12700">
                      <a:solidFill>
                        <a:schemeClr val="bg1"/>
                      </a:solidFill>
                    </a:lnB>
                    <a:solidFill>
                      <a:srgbClr val="A6192E"/>
                    </a:solidFill>
                  </a:tcPr>
                </a:tc>
                <a:tc>
                  <a:txBody>
                    <a:bodyPr/>
                    <a:lstStyle/>
                    <a:p>
                      <a:pPr marL="285750" lvl="0" indent="-285750" algn="l">
                        <a:lnSpc>
                          <a:spcPct val="100000"/>
                        </a:lnSpc>
                        <a:buFont typeface="Arial"/>
                        <a:buChar char="•"/>
                      </a:pPr>
                      <a:endParaRPr lang="en-US" sz="1400" u="none" strike="noStrike" baseline="0" noProof="0">
                        <a:solidFill>
                          <a:srgbClr val="000000"/>
                        </a:solidFill>
                      </a:endParaRPr>
                    </a:p>
                    <a:p>
                      <a:pPr marL="285750" lvl="0" indent="-285750" algn="l">
                        <a:lnSpc>
                          <a:spcPct val="100000"/>
                        </a:lnSpc>
                        <a:buFont typeface="Arial"/>
                        <a:buChar char="•"/>
                      </a:pPr>
                      <a:r>
                        <a:rPr lang="en-US" sz="1400" u="none" strike="noStrike" baseline="0" noProof="0">
                          <a:solidFill>
                            <a:srgbClr val="000000"/>
                          </a:solidFill>
                        </a:rPr>
                        <a:t>Interested in learning more about the </a:t>
                      </a:r>
                      <a:r>
                        <a:rPr lang="en-US" sz="1400" u="none" strike="noStrike" baseline="0" noProof="0" err="1">
                          <a:solidFill>
                            <a:srgbClr val="000000"/>
                          </a:solidFill>
                        </a:rPr>
                        <a:t>organisations</a:t>
                      </a:r>
                      <a:r>
                        <a:rPr lang="en-US" sz="1400" u="none" strike="noStrike" baseline="0" noProof="0">
                          <a:solidFill>
                            <a:srgbClr val="000000"/>
                          </a:solidFill>
                        </a:rPr>
                        <a:t> currently seeking funding support.  </a:t>
                      </a:r>
                      <a:endParaRPr lang="en-US" sz="1400"/>
                    </a:p>
                    <a:p>
                      <a:pPr marL="285750" lvl="0" indent="-285750" algn="l">
                        <a:lnSpc>
                          <a:spcPct val="100000"/>
                        </a:lnSpc>
                        <a:buFont typeface="Arial"/>
                        <a:buChar char="•"/>
                      </a:pPr>
                      <a:r>
                        <a:rPr lang="en-US" sz="1400" u="none" strike="noStrike" baseline="0" noProof="0">
                          <a:solidFill>
                            <a:srgbClr val="000000"/>
                          </a:solidFill>
                        </a:rPr>
                        <a:t>Discovered the funding platform provided by the Australian Community Foundation (ACF) Funding Platform </a:t>
                      </a:r>
                      <a:endParaRPr lang="en-US" sz="1400"/>
                    </a:p>
                    <a:p>
                      <a:pPr marL="285750" lvl="0" indent="-285750" algn="l">
                        <a:lnSpc>
                          <a:spcPct val="100000"/>
                        </a:lnSpc>
                        <a:buFont typeface="Arial"/>
                        <a:buChar char="•"/>
                      </a:pPr>
                      <a:r>
                        <a:rPr lang="en-US" sz="1400" u="none" strike="noStrike" baseline="0" noProof="0">
                          <a:solidFill>
                            <a:srgbClr val="000000"/>
                          </a:solidFill>
                        </a:rPr>
                        <a:t>Australian Communities Foundation.  </a:t>
                      </a:r>
                      <a:endParaRPr lang="en-US" sz="1400"/>
                    </a:p>
                    <a:p>
                      <a:pPr marL="285750" lvl="0" indent="-285750" algn="l">
                        <a:lnSpc>
                          <a:spcPct val="100000"/>
                        </a:lnSpc>
                        <a:buFont typeface="Arial"/>
                        <a:buChar char="•"/>
                      </a:pPr>
                      <a:r>
                        <a:rPr lang="en-US" sz="1400" u="none" strike="noStrike" baseline="0" noProof="0">
                          <a:solidFill>
                            <a:srgbClr val="000000"/>
                          </a:solidFill>
                        </a:rPr>
                        <a:t>Would like to explore the </a:t>
                      </a:r>
                      <a:r>
                        <a:rPr lang="en-US" sz="1400" u="none" strike="noStrike" baseline="0" noProof="0" err="1">
                          <a:solidFill>
                            <a:srgbClr val="000000"/>
                          </a:solidFill>
                        </a:rPr>
                        <a:t>organisations</a:t>
                      </a:r>
                      <a:r>
                        <a:rPr lang="en-US" sz="1400" u="none" strike="noStrike" baseline="0" noProof="0">
                          <a:solidFill>
                            <a:srgbClr val="000000"/>
                          </a:solidFill>
                        </a:rPr>
                        <a:t> seeking funding support in a more interactive visual way, in order to select those that could be supported/funded this year or in the future.  </a:t>
                      </a:r>
                    </a:p>
                    <a:p>
                      <a:pPr lvl="0" algn="l">
                        <a:buNone/>
                      </a:pPr>
                      <a:endParaRPr lang="en-US" sz="1400"/>
                    </a:p>
                  </a:txBody>
                  <a:tcPr anchor="ctr">
                    <a:lnL w="12700">
                      <a:solidFill>
                        <a:schemeClr val="bg1"/>
                      </a:solidFill>
                    </a:lnL>
                    <a:lnR w="12700">
                      <a:solidFill>
                        <a:schemeClr val="bg1"/>
                      </a:solidFill>
                    </a:lnR>
                    <a:lnT w="12700">
                      <a:solidFill>
                        <a:schemeClr val="bg1"/>
                      </a:solidFill>
                    </a:lnT>
                    <a:lnB w="12700">
                      <a:solidFill>
                        <a:schemeClr val="bg1"/>
                      </a:solidFill>
                    </a:lnB>
                    <a:solidFill>
                      <a:srgbClr val="E6E4DC"/>
                    </a:solidFill>
                  </a:tcPr>
                </a:tc>
                <a:extLst>
                  <a:ext uri="{0D108BD9-81ED-4DB2-BD59-A6C34878D82A}">
                    <a16:rowId xmlns:a16="http://schemas.microsoft.com/office/drawing/2014/main" val="3852205353"/>
                  </a:ext>
                </a:extLst>
              </a:tr>
            </a:tbl>
          </a:graphicData>
        </a:graphic>
      </p:graphicFrame>
      <p:sp>
        <p:nvSpPr>
          <p:cNvPr id="5" name="Slide Number Placeholder 4">
            <a:extLst>
              <a:ext uri="{FF2B5EF4-FFF2-40B4-BE49-F238E27FC236}">
                <a16:creationId xmlns:a16="http://schemas.microsoft.com/office/drawing/2014/main" id="{7DF01058-0E46-B943-9A52-ADBB783D99F6}"/>
              </a:ext>
            </a:extLst>
          </p:cNvPr>
          <p:cNvSpPr>
            <a:spLocks noGrp="1"/>
          </p:cNvSpPr>
          <p:nvPr>
            <p:ph type="sldNum" sz="quarter" idx="12"/>
          </p:nvPr>
        </p:nvSpPr>
        <p:spPr/>
        <p:txBody>
          <a:bodyPr/>
          <a:lstStyle/>
          <a:p>
            <a:fld id="{D9C42BCC-44E8-4F98-A8FE-EAF16D8C1E6E}" type="slidenum">
              <a:rPr lang="en-AU" smtClean="0"/>
              <a:pPr/>
              <a:t>9</a:t>
            </a:fld>
            <a:endParaRPr lang="en-AU"/>
          </a:p>
        </p:txBody>
      </p:sp>
      <p:sp>
        <p:nvSpPr>
          <p:cNvPr id="6" name="Text Placeholder 5">
            <a:extLst>
              <a:ext uri="{FF2B5EF4-FFF2-40B4-BE49-F238E27FC236}">
                <a16:creationId xmlns:a16="http://schemas.microsoft.com/office/drawing/2014/main" id="{7D2754A8-D79E-2888-F709-B3724C99C072}"/>
              </a:ext>
            </a:extLst>
          </p:cNvPr>
          <p:cNvSpPr>
            <a:spLocks noGrp="1"/>
          </p:cNvSpPr>
          <p:nvPr>
            <p:ph type="body" sz="quarter" idx="15"/>
          </p:nvPr>
        </p:nvSpPr>
        <p:spPr/>
        <p:txBody>
          <a:bodyPr vert="horz" lIns="0" tIns="0" rIns="0" bIns="0" rtlCol="0" anchor="t">
            <a:normAutofit/>
          </a:bodyPr>
          <a:lstStyle/>
          <a:p>
            <a:r>
              <a:rPr lang="en-US">
                <a:cs typeface="Arial"/>
              </a:rPr>
              <a:t>Persona 2 ( Lee )</a:t>
            </a:r>
            <a:endParaRPr lang="en-US"/>
          </a:p>
        </p:txBody>
      </p:sp>
      <p:sp>
        <p:nvSpPr>
          <p:cNvPr id="8" name="Footer Placeholder 3">
            <a:extLst>
              <a:ext uri="{FF2B5EF4-FFF2-40B4-BE49-F238E27FC236}">
                <a16:creationId xmlns:a16="http://schemas.microsoft.com/office/drawing/2014/main" id="{98292CE5-5296-EDBF-766E-3C2D42210E70}"/>
              </a:ext>
            </a:extLst>
          </p:cNvPr>
          <p:cNvSpPr>
            <a:spLocks noGrp="1"/>
          </p:cNvSpPr>
          <p:nvPr>
            <p:ph type="ftr" sz="quarter" idx="11"/>
          </p:nvPr>
        </p:nvSpPr>
        <p:spPr>
          <a:xfrm>
            <a:off x="520950" y="6381330"/>
            <a:ext cx="3978498" cy="365125"/>
          </a:xfrm>
        </p:spPr>
        <p:txBody>
          <a:bodyPr/>
          <a:lstStyle/>
          <a:p>
            <a:r>
              <a:rPr lang="en-AU">
                <a:ea typeface="+mn-lt"/>
                <a:cs typeface="+mn-lt"/>
              </a:rPr>
              <a:t>Ye Lin Soe</a:t>
            </a:r>
            <a:r>
              <a:rPr lang="en-AU"/>
              <a:t> |</a:t>
            </a:r>
            <a:r>
              <a:rPr lang="en-AU">
                <a:ea typeface="+mn-lt"/>
                <a:cs typeface="+mn-lt"/>
              </a:rPr>
              <a:t> 47462825 </a:t>
            </a:r>
            <a:endParaRPr lang="en-AU">
              <a:cs typeface="Arial"/>
            </a:endParaRPr>
          </a:p>
        </p:txBody>
      </p:sp>
    </p:spTree>
    <p:extLst>
      <p:ext uri="{BB962C8B-B14F-4D97-AF65-F5344CB8AC3E}">
        <p14:creationId xmlns:p14="http://schemas.microsoft.com/office/powerpoint/2010/main" val="2057451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15B65-28FC-6955-D7EA-93AEE21164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52F357-26C0-83A9-8B3F-64FAC50D7043}"/>
              </a:ext>
            </a:extLst>
          </p:cNvPr>
          <p:cNvSpPr>
            <a:spLocks noGrp="1"/>
          </p:cNvSpPr>
          <p:nvPr>
            <p:ph type="title"/>
          </p:nvPr>
        </p:nvSpPr>
        <p:spPr/>
        <p:txBody>
          <a:bodyPr/>
          <a:lstStyle/>
          <a:p>
            <a:r>
              <a:rPr lang="en-US">
                <a:cs typeface="Arial"/>
              </a:rPr>
              <a:t>Persona 2: Lee</a:t>
            </a:r>
            <a:endParaRPr lang="en-US"/>
          </a:p>
        </p:txBody>
      </p:sp>
      <p:sp>
        <p:nvSpPr>
          <p:cNvPr id="3" name="Content Placeholder 2">
            <a:extLst>
              <a:ext uri="{FF2B5EF4-FFF2-40B4-BE49-F238E27FC236}">
                <a16:creationId xmlns:a16="http://schemas.microsoft.com/office/drawing/2014/main" id="{1678F2B1-9760-DCB8-6993-A0A8F36BE74B}"/>
              </a:ext>
            </a:extLst>
          </p:cNvPr>
          <p:cNvSpPr>
            <a:spLocks noGrp="1"/>
          </p:cNvSpPr>
          <p:nvPr>
            <p:ph idx="1"/>
          </p:nvPr>
        </p:nvSpPr>
        <p:spPr>
          <a:xfrm>
            <a:off x="528712" y="1620001"/>
            <a:ext cx="8116933" cy="648230"/>
          </a:xfrm>
        </p:spPr>
        <p:txBody>
          <a:bodyPr vert="horz" lIns="0" tIns="0" rIns="0" bIns="0" rtlCol="0" anchor="t">
            <a:normAutofit/>
          </a:bodyPr>
          <a:lstStyle/>
          <a:p>
            <a:r>
              <a:rPr lang="en-US" b="1" dirty="0">
                <a:cs typeface="Arial"/>
              </a:rPr>
              <a:t>Question 1: Which focus areas may need greater funding support based on respective SDG index and recent grant distribution trends?</a:t>
            </a:r>
          </a:p>
          <a:p>
            <a:pPr marL="285750" indent="-285750">
              <a:lnSpc>
                <a:spcPct val="150000"/>
              </a:lnSpc>
              <a:buChar char="•"/>
            </a:pPr>
            <a:endParaRPr lang="en-US" sz="1400" dirty="0">
              <a:cs typeface="Arial"/>
            </a:endParaRPr>
          </a:p>
          <a:p>
            <a:pPr marL="342900" indent="-342900">
              <a:buChar char="•"/>
            </a:pPr>
            <a:endParaRPr lang="en-US">
              <a:cs typeface="Arial"/>
            </a:endParaRPr>
          </a:p>
          <a:p>
            <a:pPr marL="342900" indent="-342900">
              <a:buFont typeface="Arial" panose="020B0604020202020204" pitchFamily="34" charset="0"/>
              <a:buChar char="•"/>
            </a:pPr>
            <a:endParaRPr lang="en-US">
              <a:cs typeface="Arial"/>
            </a:endParaRPr>
          </a:p>
        </p:txBody>
      </p:sp>
      <p:sp>
        <p:nvSpPr>
          <p:cNvPr id="5" name="Slide Number Placeholder 4">
            <a:extLst>
              <a:ext uri="{FF2B5EF4-FFF2-40B4-BE49-F238E27FC236}">
                <a16:creationId xmlns:a16="http://schemas.microsoft.com/office/drawing/2014/main" id="{F1FD8707-056E-B51C-7F02-11AF3C941EA4}"/>
              </a:ext>
            </a:extLst>
          </p:cNvPr>
          <p:cNvSpPr>
            <a:spLocks noGrp="1"/>
          </p:cNvSpPr>
          <p:nvPr>
            <p:ph type="sldNum" sz="quarter" idx="12"/>
          </p:nvPr>
        </p:nvSpPr>
        <p:spPr/>
        <p:txBody>
          <a:bodyPr/>
          <a:lstStyle/>
          <a:p>
            <a:fld id="{D9C42BCC-44E8-4F98-A8FE-EAF16D8C1E6E}" type="slidenum">
              <a:rPr lang="en-AU" smtClean="0"/>
              <a:pPr/>
              <a:t>10</a:t>
            </a:fld>
            <a:endParaRPr lang="en-AU"/>
          </a:p>
        </p:txBody>
      </p:sp>
      <p:sp>
        <p:nvSpPr>
          <p:cNvPr id="6" name="Text Placeholder 5">
            <a:extLst>
              <a:ext uri="{FF2B5EF4-FFF2-40B4-BE49-F238E27FC236}">
                <a16:creationId xmlns:a16="http://schemas.microsoft.com/office/drawing/2014/main" id="{ADCC1CA6-F01C-DC04-12F9-1BFC0E8E0908}"/>
              </a:ext>
            </a:extLst>
          </p:cNvPr>
          <p:cNvSpPr>
            <a:spLocks noGrp="1"/>
          </p:cNvSpPr>
          <p:nvPr>
            <p:ph type="body" sz="quarter" idx="15"/>
          </p:nvPr>
        </p:nvSpPr>
        <p:spPr/>
        <p:txBody>
          <a:bodyPr vert="horz" lIns="0" tIns="0" rIns="0" bIns="0" rtlCol="0" anchor="t">
            <a:normAutofit/>
          </a:bodyPr>
          <a:lstStyle/>
          <a:p>
            <a:r>
              <a:rPr lang="en-US">
                <a:cs typeface="Arial"/>
              </a:rPr>
              <a:t>DV 1</a:t>
            </a:r>
            <a:endParaRPr lang="en-US"/>
          </a:p>
        </p:txBody>
      </p:sp>
      <p:sp>
        <p:nvSpPr>
          <p:cNvPr id="8" name="Footer Placeholder 3">
            <a:extLst>
              <a:ext uri="{FF2B5EF4-FFF2-40B4-BE49-F238E27FC236}">
                <a16:creationId xmlns:a16="http://schemas.microsoft.com/office/drawing/2014/main" id="{1463D97A-7071-DA1F-711C-B2D02CA8759C}"/>
              </a:ext>
            </a:extLst>
          </p:cNvPr>
          <p:cNvSpPr>
            <a:spLocks noGrp="1"/>
          </p:cNvSpPr>
          <p:nvPr>
            <p:ph type="ftr" sz="quarter" idx="11"/>
          </p:nvPr>
        </p:nvSpPr>
        <p:spPr>
          <a:xfrm>
            <a:off x="520950" y="6381330"/>
            <a:ext cx="3978498" cy="365125"/>
          </a:xfrm>
        </p:spPr>
        <p:txBody>
          <a:bodyPr/>
          <a:lstStyle/>
          <a:p>
            <a:r>
              <a:rPr lang="en-AU">
                <a:ea typeface="+mn-lt"/>
                <a:cs typeface="+mn-lt"/>
              </a:rPr>
              <a:t>Ye Lin Soe</a:t>
            </a:r>
            <a:r>
              <a:rPr lang="en-AU"/>
              <a:t> |</a:t>
            </a:r>
            <a:r>
              <a:rPr lang="en-AU">
                <a:ea typeface="+mn-lt"/>
                <a:cs typeface="+mn-lt"/>
              </a:rPr>
              <a:t> 47462825 </a:t>
            </a:r>
            <a:endParaRPr lang="en-AU">
              <a:cs typeface="Arial"/>
            </a:endParaRPr>
          </a:p>
        </p:txBody>
      </p:sp>
      <p:pic>
        <p:nvPicPr>
          <p:cNvPr id="4" name="Picture 3" descr="A screenshot of a computer&#10;&#10;AI-generated content may be incorrect.">
            <a:extLst>
              <a:ext uri="{FF2B5EF4-FFF2-40B4-BE49-F238E27FC236}">
                <a16:creationId xmlns:a16="http://schemas.microsoft.com/office/drawing/2014/main" id="{AB2D1DD1-6AB2-C65D-DFC1-DAA50334A566}"/>
              </a:ext>
            </a:extLst>
          </p:cNvPr>
          <p:cNvPicPr>
            <a:picLocks noChangeAspect="1"/>
          </p:cNvPicPr>
          <p:nvPr/>
        </p:nvPicPr>
        <p:blipFill>
          <a:blip r:embed="rId2"/>
          <a:srcRect t="17685" b="4907"/>
          <a:stretch>
            <a:fillRect/>
          </a:stretch>
        </p:blipFill>
        <p:spPr>
          <a:xfrm>
            <a:off x="784578" y="2269113"/>
            <a:ext cx="7608712" cy="3914291"/>
          </a:xfrm>
          <a:prstGeom prst="rect">
            <a:avLst/>
          </a:prstGeom>
        </p:spPr>
      </p:pic>
    </p:spTree>
    <p:extLst>
      <p:ext uri="{BB962C8B-B14F-4D97-AF65-F5344CB8AC3E}">
        <p14:creationId xmlns:p14="http://schemas.microsoft.com/office/powerpoint/2010/main" val="1639929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49751-4546-39BE-BA60-99EAE7C36F90}"/>
              </a:ext>
            </a:extLst>
          </p:cNvPr>
          <p:cNvSpPr>
            <a:spLocks noGrp="1"/>
          </p:cNvSpPr>
          <p:nvPr>
            <p:ph type="title"/>
          </p:nvPr>
        </p:nvSpPr>
        <p:spPr/>
        <p:txBody>
          <a:bodyPr/>
          <a:lstStyle/>
          <a:p>
            <a:r>
              <a:rPr lang="en-US">
                <a:cs typeface="Arial"/>
              </a:rPr>
              <a:t>Persona 2: Lee</a:t>
            </a:r>
            <a:endParaRPr lang="en-US"/>
          </a:p>
        </p:txBody>
      </p:sp>
      <p:sp>
        <p:nvSpPr>
          <p:cNvPr id="3" name="Content Placeholder 2">
            <a:extLst>
              <a:ext uri="{FF2B5EF4-FFF2-40B4-BE49-F238E27FC236}">
                <a16:creationId xmlns:a16="http://schemas.microsoft.com/office/drawing/2014/main" id="{6270BB0D-6607-A307-0B0A-8A65D9BD3E51}"/>
              </a:ext>
            </a:extLst>
          </p:cNvPr>
          <p:cNvSpPr>
            <a:spLocks noGrp="1"/>
          </p:cNvSpPr>
          <p:nvPr>
            <p:ph idx="1"/>
          </p:nvPr>
        </p:nvSpPr>
        <p:spPr/>
        <p:txBody>
          <a:bodyPr vert="horz" lIns="0" tIns="0" rIns="0" bIns="0" rtlCol="0" anchor="t">
            <a:normAutofit/>
          </a:bodyPr>
          <a:lstStyle/>
          <a:p>
            <a:r>
              <a:rPr lang="en-US" b="1">
                <a:cs typeface="Arial"/>
              </a:rPr>
              <a:t>Question 1: Which focus areas may need greater funding support based on respective SDG index and recent grant distribution trends?</a:t>
            </a:r>
          </a:p>
          <a:p>
            <a:endParaRPr lang="en-US" sz="2000">
              <a:cs typeface="Arial"/>
            </a:endParaRPr>
          </a:p>
          <a:p>
            <a:pPr marL="285750" indent="-285750">
              <a:lnSpc>
                <a:spcPct val="150000"/>
              </a:lnSpc>
              <a:buChar char="•"/>
            </a:pPr>
            <a:r>
              <a:rPr lang="en-US" sz="1400" b="1">
                <a:ea typeface="+mn-lt"/>
                <a:cs typeface="+mn-lt"/>
              </a:rPr>
              <a:t>SDG 13 (Climate Action)</a:t>
            </a:r>
            <a:r>
              <a:rPr lang="en-US" sz="1400">
                <a:ea typeface="+mn-lt"/>
                <a:cs typeface="+mn-lt"/>
              </a:rPr>
              <a:t> has the lowest national performance (Index: 28).</a:t>
            </a:r>
          </a:p>
          <a:p>
            <a:pPr marL="285750" indent="-285750">
              <a:lnSpc>
                <a:spcPct val="150000"/>
              </a:lnSpc>
              <a:buChar char="•"/>
            </a:pPr>
            <a:r>
              <a:rPr lang="en-US" sz="1400" b="1">
                <a:ea typeface="+mn-lt"/>
                <a:cs typeface="+mn-lt"/>
              </a:rPr>
              <a:t>“Safeguarding the Environment” </a:t>
            </a:r>
            <a:r>
              <a:rPr lang="en-US" sz="1400">
                <a:ea typeface="+mn-lt"/>
                <a:cs typeface="+mn-lt"/>
              </a:rPr>
              <a:t>includes</a:t>
            </a:r>
            <a:r>
              <a:rPr lang="en-US" sz="1400" b="1">
                <a:ea typeface="+mn-lt"/>
                <a:cs typeface="+mn-lt"/>
              </a:rPr>
              <a:t> 4 SDGs (7, 13, 14, 15)</a:t>
            </a:r>
            <a:r>
              <a:rPr lang="en-US" sz="1400">
                <a:ea typeface="+mn-lt"/>
                <a:cs typeface="+mn-lt"/>
              </a:rPr>
              <a:t> — all ranked in the lower half.</a:t>
            </a:r>
          </a:p>
          <a:p>
            <a:pPr marL="285750" indent="-285750">
              <a:lnSpc>
                <a:spcPct val="150000"/>
              </a:lnSpc>
              <a:buChar char="•"/>
            </a:pPr>
            <a:r>
              <a:rPr lang="en-US" sz="1400">
                <a:ea typeface="+mn-lt"/>
                <a:cs typeface="+mn-lt"/>
              </a:rPr>
              <a:t>Focus areas like </a:t>
            </a:r>
            <a:r>
              <a:rPr lang="en-US" sz="1400" b="1">
                <a:ea typeface="+mn-lt"/>
                <a:cs typeface="+mn-lt"/>
              </a:rPr>
              <a:t>"Supporting First Nations Communities"</a:t>
            </a:r>
            <a:r>
              <a:rPr lang="en-US" sz="1400">
                <a:ea typeface="+mn-lt"/>
                <a:cs typeface="+mn-lt"/>
              </a:rPr>
              <a:t> and </a:t>
            </a:r>
            <a:r>
              <a:rPr lang="en-US" sz="1400" b="1">
                <a:ea typeface="+mn-lt"/>
                <a:cs typeface="+mn-lt"/>
              </a:rPr>
              <a:t>"Safeguarding the Environment"</a:t>
            </a:r>
            <a:r>
              <a:rPr lang="en-US" sz="1400">
                <a:ea typeface="+mn-lt"/>
                <a:cs typeface="+mn-lt"/>
              </a:rPr>
              <a:t> are most affected by SDG 13.</a:t>
            </a:r>
            <a:endParaRPr lang="en-US" sz="1400">
              <a:cs typeface="Arial"/>
            </a:endParaRPr>
          </a:p>
          <a:p>
            <a:pPr marL="285750" indent="-285750">
              <a:lnSpc>
                <a:spcPct val="150000"/>
              </a:lnSpc>
              <a:buChar char="•"/>
            </a:pPr>
            <a:endParaRPr lang="en-US" sz="1400">
              <a:ea typeface="+mn-lt"/>
              <a:cs typeface="+mn-lt"/>
            </a:endParaRPr>
          </a:p>
          <a:p>
            <a:pPr marL="285750" indent="-285750">
              <a:lnSpc>
                <a:spcPct val="150000"/>
              </a:lnSpc>
              <a:buChar char="•"/>
            </a:pPr>
            <a:r>
              <a:rPr lang="en-US" sz="1400" b="1">
                <a:ea typeface="+mn-lt"/>
                <a:cs typeface="+mn-lt"/>
              </a:rPr>
              <a:t>“Tackling Inequality” </a:t>
            </a:r>
            <a:r>
              <a:rPr lang="en-US" sz="1400">
                <a:ea typeface="+mn-lt"/>
                <a:cs typeface="+mn-lt"/>
              </a:rPr>
              <a:t>continues to receive</a:t>
            </a:r>
            <a:r>
              <a:rPr lang="en-US" sz="1400" b="1">
                <a:ea typeface="+mn-lt"/>
                <a:cs typeface="+mn-lt"/>
              </a:rPr>
              <a:t> increased funding</a:t>
            </a:r>
            <a:r>
              <a:rPr lang="en-US" sz="1400">
                <a:ea typeface="+mn-lt"/>
                <a:cs typeface="+mn-lt"/>
              </a:rPr>
              <a:t> over recent years.</a:t>
            </a:r>
          </a:p>
          <a:p>
            <a:pPr marL="285750" indent="-285750">
              <a:lnSpc>
                <a:spcPct val="150000"/>
              </a:lnSpc>
              <a:buChar char="•"/>
            </a:pPr>
            <a:r>
              <a:rPr lang="en-US" sz="1400">
                <a:ea typeface="+mn-lt"/>
                <a:cs typeface="+mn-lt"/>
              </a:rPr>
              <a:t>Grant funding for </a:t>
            </a:r>
            <a:r>
              <a:rPr lang="en-US" sz="1400" b="1">
                <a:ea typeface="+mn-lt"/>
                <a:cs typeface="+mn-lt"/>
              </a:rPr>
              <a:t>“Supporting First Nations Communities” dropped</a:t>
            </a:r>
            <a:r>
              <a:rPr lang="en-US" sz="1400">
                <a:ea typeface="+mn-lt"/>
                <a:cs typeface="+mn-lt"/>
              </a:rPr>
              <a:t> in recent year.</a:t>
            </a:r>
          </a:p>
          <a:p>
            <a:pPr marL="285750" indent="-285750">
              <a:lnSpc>
                <a:spcPct val="150000"/>
              </a:lnSpc>
              <a:buChar char="•"/>
            </a:pPr>
            <a:r>
              <a:rPr lang="en-US" sz="1400">
                <a:ea typeface="+mn-lt"/>
                <a:cs typeface="+mn-lt"/>
              </a:rPr>
              <a:t>Focus Area Index shows lowest score (65) for </a:t>
            </a:r>
            <a:r>
              <a:rPr lang="en-US" sz="1400" b="1" i="1">
                <a:ea typeface="+mn-lt"/>
                <a:cs typeface="+mn-lt"/>
              </a:rPr>
              <a:t>Safeguarding the Environment</a:t>
            </a:r>
            <a:r>
              <a:rPr lang="en-US" sz="1400">
                <a:ea typeface="+mn-lt"/>
                <a:cs typeface="+mn-lt"/>
              </a:rPr>
              <a:t>, indicating underinvestment.</a:t>
            </a:r>
            <a:endParaRPr lang="en-US" sz="1400">
              <a:cs typeface="Arial"/>
            </a:endParaRPr>
          </a:p>
          <a:p>
            <a:pPr marL="285750" indent="-285750">
              <a:lnSpc>
                <a:spcPct val="150000"/>
              </a:lnSpc>
              <a:buChar char="•"/>
            </a:pPr>
            <a:r>
              <a:rPr lang="en-US" sz="1400">
                <a:ea typeface="+mn-lt"/>
                <a:cs typeface="+mn-lt"/>
              </a:rPr>
              <a:t>SDG coverage shows </a:t>
            </a:r>
            <a:r>
              <a:rPr lang="en-US" sz="1400" b="1">
                <a:ea typeface="+mn-lt"/>
                <a:cs typeface="+mn-lt"/>
              </a:rPr>
              <a:t>funding imbalance across goals</a:t>
            </a:r>
            <a:r>
              <a:rPr lang="en-US" sz="1400">
                <a:ea typeface="+mn-lt"/>
                <a:cs typeface="+mn-lt"/>
              </a:rPr>
              <a:t> vs national need.</a:t>
            </a:r>
            <a:endParaRPr lang="en-US" sz="1400">
              <a:cs typeface="Arial"/>
            </a:endParaRPr>
          </a:p>
          <a:p>
            <a:pPr marL="342900" indent="-342900">
              <a:buFont typeface="Arial" panose="020B0604020202020204" pitchFamily="34" charset="0"/>
              <a:buChar char="•"/>
            </a:pPr>
            <a:endParaRPr lang="en-US">
              <a:cs typeface="Arial"/>
            </a:endParaRPr>
          </a:p>
          <a:p>
            <a:pPr marL="342900" indent="-342900">
              <a:buFont typeface="Arial" panose="020B0604020202020204" pitchFamily="34" charset="0"/>
              <a:buChar char="•"/>
            </a:pPr>
            <a:endParaRPr lang="en-US">
              <a:cs typeface="Arial"/>
            </a:endParaRPr>
          </a:p>
        </p:txBody>
      </p:sp>
      <p:sp>
        <p:nvSpPr>
          <p:cNvPr id="5" name="Slide Number Placeholder 4">
            <a:extLst>
              <a:ext uri="{FF2B5EF4-FFF2-40B4-BE49-F238E27FC236}">
                <a16:creationId xmlns:a16="http://schemas.microsoft.com/office/drawing/2014/main" id="{3E63FEA5-C6C8-5D27-9B43-6E20333943C3}"/>
              </a:ext>
            </a:extLst>
          </p:cNvPr>
          <p:cNvSpPr>
            <a:spLocks noGrp="1"/>
          </p:cNvSpPr>
          <p:nvPr>
            <p:ph type="sldNum" sz="quarter" idx="12"/>
          </p:nvPr>
        </p:nvSpPr>
        <p:spPr/>
        <p:txBody>
          <a:bodyPr/>
          <a:lstStyle/>
          <a:p>
            <a:fld id="{D9C42BCC-44E8-4F98-A8FE-EAF16D8C1E6E}" type="slidenum">
              <a:rPr lang="en-AU" smtClean="0"/>
              <a:pPr/>
              <a:t>11</a:t>
            </a:fld>
            <a:endParaRPr lang="en-AU"/>
          </a:p>
        </p:txBody>
      </p:sp>
      <p:sp>
        <p:nvSpPr>
          <p:cNvPr id="6" name="Text Placeholder 5">
            <a:extLst>
              <a:ext uri="{FF2B5EF4-FFF2-40B4-BE49-F238E27FC236}">
                <a16:creationId xmlns:a16="http://schemas.microsoft.com/office/drawing/2014/main" id="{7B3CFF03-5527-FC0E-C420-24875977C71C}"/>
              </a:ext>
            </a:extLst>
          </p:cNvPr>
          <p:cNvSpPr>
            <a:spLocks noGrp="1"/>
          </p:cNvSpPr>
          <p:nvPr>
            <p:ph type="body" sz="quarter" idx="15"/>
          </p:nvPr>
        </p:nvSpPr>
        <p:spPr/>
        <p:txBody>
          <a:bodyPr vert="horz" lIns="0" tIns="0" rIns="0" bIns="0" rtlCol="0" anchor="t">
            <a:normAutofit/>
          </a:bodyPr>
          <a:lstStyle/>
          <a:p>
            <a:r>
              <a:rPr lang="en-US">
                <a:cs typeface="Arial"/>
              </a:rPr>
              <a:t>DV 1</a:t>
            </a:r>
            <a:endParaRPr lang="en-US"/>
          </a:p>
        </p:txBody>
      </p:sp>
      <p:pic>
        <p:nvPicPr>
          <p:cNvPr id="10" name="Graphic 9" descr="Bar graph with upward trend outline">
            <a:extLst>
              <a:ext uri="{FF2B5EF4-FFF2-40B4-BE49-F238E27FC236}">
                <a16:creationId xmlns:a16="http://schemas.microsoft.com/office/drawing/2014/main" id="{B78AD848-B160-B489-1CE6-E9915F3A5FB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73257" y="4177230"/>
            <a:ext cx="531161" cy="510990"/>
          </a:xfrm>
          <a:prstGeom prst="rect">
            <a:avLst/>
          </a:prstGeom>
        </p:spPr>
      </p:pic>
      <p:pic>
        <p:nvPicPr>
          <p:cNvPr id="12" name="Graphic 11" descr="Seesaw outline">
            <a:extLst>
              <a:ext uri="{FF2B5EF4-FFF2-40B4-BE49-F238E27FC236}">
                <a16:creationId xmlns:a16="http://schemas.microsoft.com/office/drawing/2014/main" id="{1955B354-CDA9-441B-4659-08F5A4B0D6A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20488" y="5459025"/>
            <a:ext cx="824753" cy="837560"/>
          </a:xfrm>
          <a:prstGeom prst="rect">
            <a:avLst/>
          </a:prstGeom>
        </p:spPr>
      </p:pic>
      <p:pic>
        <p:nvPicPr>
          <p:cNvPr id="16" name="Graphic 9" descr="Cloud outline">
            <a:extLst>
              <a:ext uri="{FF2B5EF4-FFF2-40B4-BE49-F238E27FC236}">
                <a16:creationId xmlns:a16="http://schemas.microsoft.com/office/drawing/2014/main" id="{62C566B2-15A7-6E10-02DD-903AA36938C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23610" y="2385653"/>
            <a:ext cx="693485" cy="626570"/>
          </a:xfrm>
          <a:prstGeom prst="rect">
            <a:avLst/>
          </a:prstGeom>
        </p:spPr>
      </p:pic>
      <p:sp>
        <p:nvSpPr>
          <p:cNvPr id="8" name="Footer Placeholder 3">
            <a:extLst>
              <a:ext uri="{FF2B5EF4-FFF2-40B4-BE49-F238E27FC236}">
                <a16:creationId xmlns:a16="http://schemas.microsoft.com/office/drawing/2014/main" id="{8C927B6E-017D-A9AC-6B1F-FEF42218D189}"/>
              </a:ext>
            </a:extLst>
          </p:cNvPr>
          <p:cNvSpPr>
            <a:spLocks noGrp="1"/>
          </p:cNvSpPr>
          <p:nvPr>
            <p:ph type="ftr" sz="quarter" idx="11"/>
          </p:nvPr>
        </p:nvSpPr>
        <p:spPr>
          <a:xfrm>
            <a:off x="520950" y="6381330"/>
            <a:ext cx="3978498" cy="365125"/>
          </a:xfrm>
        </p:spPr>
        <p:txBody>
          <a:bodyPr/>
          <a:lstStyle/>
          <a:p>
            <a:r>
              <a:rPr lang="en-AU">
                <a:ea typeface="+mn-lt"/>
                <a:cs typeface="+mn-lt"/>
              </a:rPr>
              <a:t>Ye Lin Soe</a:t>
            </a:r>
            <a:r>
              <a:rPr lang="en-AU"/>
              <a:t> |</a:t>
            </a:r>
            <a:r>
              <a:rPr lang="en-AU">
                <a:ea typeface="+mn-lt"/>
                <a:cs typeface="+mn-lt"/>
              </a:rPr>
              <a:t> 47462825 </a:t>
            </a:r>
            <a:endParaRPr lang="en-AU">
              <a:cs typeface="Arial"/>
            </a:endParaRPr>
          </a:p>
        </p:txBody>
      </p:sp>
    </p:spTree>
    <p:extLst>
      <p:ext uri="{BB962C8B-B14F-4D97-AF65-F5344CB8AC3E}">
        <p14:creationId xmlns:p14="http://schemas.microsoft.com/office/powerpoint/2010/main" val="11728772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35040-BE94-0404-4A88-1688DE535EF4}"/>
              </a:ext>
            </a:extLst>
          </p:cNvPr>
          <p:cNvSpPr>
            <a:spLocks noGrp="1"/>
          </p:cNvSpPr>
          <p:nvPr>
            <p:ph type="title"/>
          </p:nvPr>
        </p:nvSpPr>
        <p:spPr/>
        <p:txBody>
          <a:bodyPr/>
          <a:lstStyle/>
          <a:p>
            <a:r>
              <a:rPr lang="en-US">
                <a:cs typeface="Arial"/>
              </a:rPr>
              <a:t>Persona 2: Lee</a:t>
            </a:r>
            <a:endParaRPr lang="en-US"/>
          </a:p>
        </p:txBody>
      </p:sp>
      <p:sp>
        <p:nvSpPr>
          <p:cNvPr id="3" name="Content Placeholder 2">
            <a:extLst>
              <a:ext uri="{FF2B5EF4-FFF2-40B4-BE49-F238E27FC236}">
                <a16:creationId xmlns:a16="http://schemas.microsoft.com/office/drawing/2014/main" id="{24C256AF-0952-0868-C387-D32EDD797ED1}"/>
              </a:ext>
            </a:extLst>
          </p:cNvPr>
          <p:cNvSpPr>
            <a:spLocks noGrp="1"/>
          </p:cNvSpPr>
          <p:nvPr>
            <p:ph idx="1"/>
          </p:nvPr>
        </p:nvSpPr>
        <p:spPr>
          <a:xfrm>
            <a:off x="528712" y="1620001"/>
            <a:ext cx="8116933" cy="834497"/>
          </a:xfrm>
        </p:spPr>
        <p:txBody>
          <a:bodyPr vert="horz" lIns="0" tIns="0" rIns="0" bIns="0" rtlCol="0" anchor="t">
            <a:normAutofit/>
          </a:bodyPr>
          <a:lstStyle/>
          <a:p>
            <a:pPr algn="just"/>
            <a:r>
              <a:rPr lang="en-US" sz="1600" b="1" dirty="0">
                <a:cs typeface="Arial"/>
              </a:rPr>
              <a:t>Question 2: Which types of </a:t>
            </a:r>
            <a:r>
              <a:rPr lang="en-US" sz="1600" b="1" dirty="0" err="1">
                <a:cs typeface="Arial"/>
              </a:rPr>
              <a:t>organisations</a:t>
            </a:r>
            <a:r>
              <a:rPr lang="en-US" sz="1600" b="1" dirty="0">
                <a:cs typeface="Arial"/>
              </a:rPr>
              <a:t> under ACF are most likely to receive funding in near future, and how does the average grant size vary across different focus areas?</a:t>
            </a:r>
          </a:p>
          <a:p>
            <a:pPr algn="just"/>
            <a:endParaRPr lang="en-US" sz="1600" b="1">
              <a:cs typeface="Arial"/>
            </a:endParaRPr>
          </a:p>
          <a:p>
            <a:pPr marL="342900" indent="-342900" algn="just">
              <a:lnSpc>
                <a:spcPct val="110000"/>
              </a:lnSpc>
              <a:buChar char="•"/>
            </a:pPr>
            <a:endParaRPr lang="en-US" sz="1600">
              <a:cs typeface="Arial"/>
            </a:endParaRPr>
          </a:p>
          <a:p>
            <a:pPr marL="342900" indent="-342900" algn="just">
              <a:buChar char="•"/>
            </a:pPr>
            <a:endParaRPr lang="en-US" sz="1600">
              <a:cs typeface="Arial"/>
            </a:endParaRPr>
          </a:p>
          <a:p>
            <a:pPr algn="just"/>
            <a:endParaRPr lang="en-US" sz="2000">
              <a:cs typeface="Arial"/>
            </a:endParaRPr>
          </a:p>
          <a:p>
            <a:pPr marL="342900" indent="-342900" algn="just">
              <a:buChar char="•"/>
            </a:pPr>
            <a:endParaRPr lang="en-US" sz="2000">
              <a:cs typeface="Arial"/>
            </a:endParaRPr>
          </a:p>
          <a:p>
            <a:pPr marL="342900" indent="-342900" algn="just">
              <a:buChar char="•"/>
            </a:pPr>
            <a:endParaRPr lang="en-US" sz="2000">
              <a:cs typeface="Arial"/>
            </a:endParaRPr>
          </a:p>
          <a:p>
            <a:endParaRPr lang="en-US">
              <a:cs typeface="Arial"/>
            </a:endParaRPr>
          </a:p>
        </p:txBody>
      </p:sp>
      <p:sp>
        <p:nvSpPr>
          <p:cNvPr id="4" name="Footer Placeholder 3">
            <a:extLst>
              <a:ext uri="{FF2B5EF4-FFF2-40B4-BE49-F238E27FC236}">
                <a16:creationId xmlns:a16="http://schemas.microsoft.com/office/drawing/2014/main" id="{97504531-4C23-E8E0-F7A8-8AEF435A2CAC}"/>
              </a:ext>
            </a:extLst>
          </p:cNvPr>
          <p:cNvSpPr>
            <a:spLocks noGrp="1"/>
          </p:cNvSpPr>
          <p:nvPr>
            <p:ph type="ftr" sz="quarter" idx="11"/>
          </p:nvPr>
        </p:nvSpPr>
        <p:spPr/>
        <p:txBody>
          <a:bodyPr/>
          <a:lstStyle/>
          <a:p>
            <a:r>
              <a:rPr lang="en-AU" sz="1100"/>
              <a:t>Aye Chan Soe</a:t>
            </a:r>
            <a:r>
              <a:rPr lang="en-AU"/>
              <a:t> | </a:t>
            </a:r>
            <a:r>
              <a:rPr lang="en-AU">
                <a:ea typeface="+mn-lt"/>
                <a:cs typeface="+mn-lt"/>
              </a:rPr>
              <a:t>47462736 </a:t>
            </a:r>
            <a:endParaRPr lang="en-US">
              <a:cs typeface="Arial"/>
            </a:endParaRPr>
          </a:p>
        </p:txBody>
      </p:sp>
      <p:sp>
        <p:nvSpPr>
          <p:cNvPr id="5" name="Slide Number Placeholder 4">
            <a:extLst>
              <a:ext uri="{FF2B5EF4-FFF2-40B4-BE49-F238E27FC236}">
                <a16:creationId xmlns:a16="http://schemas.microsoft.com/office/drawing/2014/main" id="{18ADC65E-C060-9468-64D6-F9B1A4701EE0}"/>
              </a:ext>
            </a:extLst>
          </p:cNvPr>
          <p:cNvSpPr>
            <a:spLocks noGrp="1"/>
          </p:cNvSpPr>
          <p:nvPr>
            <p:ph type="sldNum" sz="quarter" idx="12"/>
          </p:nvPr>
        </p:nvSpPr>
        <p:spPr/>
        <p:txBody>
          <a:bodyPr/>
          <a:lstStyle/>
          <a:p>
            <a:fld id="{D9C42BCC-44E8-4F98-A8FE-EAF16D8C1E6E}" type="slidenum">
              <a:rPr lang="en-AU" smtClean="0"/>
              <a:pPr/>
              <a:t>12</a:t>
            </a:fld>
            <a:endParaRPr lang="en-AU"/>
          </a:p>
        </p:txBody>
      </p:sp>
      <p:sp>
        <p:nvSpPr>
          <p:cNvPr id="6" name="Text Placeholder 5">
            <a:extLst>
              <a:ext uri="{FF2B5EF4-FFF2-40B4-BE49-F238E27FC236}">
                <a16:creationId xmlns:a16="http://schemas.microsoft.com/office/drawing/2014/main" id="{EAA9E542-F28A-7B8A-4210-580E7E29F978}"/>
              </a:ext>
            </a:extLst>
          </p:cNvPr>
          <p:cNvSpPr>
            <a:spLocks noGrp="1"/>
          </p:cNvSpPr>
          <p:nvPr>
            <p:ph type="body" sz="quarter" idx="15"/>
          </p:nvPr>
        </p:nvSpPr>
        <p:spPr/>
        <p:txBody>
          <a:bodyPr vert="horz" lIns="0" tIns="0" rIns="0" bIns="0" rtlCol="0" anchor="t">
            <a:normAutofit/>
          </a:bodyPr>
          <a:lstStyle/>
          <a:p>
            <a:r>
              <a:rPr lang="en-US">
                <a:cs typeface="Arial"/>
              </a:rPr>
              <a:t>DV 2</a:t>
            </a:r>
            <a:endParaRPr lang="en-US"/>
          </a:p>
        </p:txBody>
      </p:sp>
      <p:pic>
        <p:nvPicPr>
          <p:cNvPr id="7" name="Picture 6" descr="A screenshot of a computer screen&#10;&#10;AI-generated content may be incorrect.">
            <a:extLst>
              <a:ext uri="{FF2B5EF4-FFF2-40B4-BE49-F238E27FC236}">
                <a16:creationId xmlns:a16="http://schemas.microsoft.com/office/drawing/2014/main" id="{27B3B39A-CCE4-36C9-F61A-902267634B75}"/>
              </a:ext>
            </a:extLst>
          </p:cNvPr>
          <p:cNvPicPr>
            <a:picLocks noChangeAspect="1"/>
          </p:cNvPicPr>
          <p:nvPr/>
        </p:nvPicPr>
        <p:blipFill>
          <a:blip r:embed="rId2"/>
          <a:srcRect t="18434" b="5093"/>
          <a:stretch>
            <a:fillRect/>
          </a:stretch>
        </p:blipFill>
        <p:spPr>
          <a:xfrm>
            <a:off x="948267" y="2452641"/>
            <a:ext cx="7247467" cy="3716273"/>
          </a:xfrm>
          <a:prstGeom prst="rect">
            <a:avLst/>
          </a:prstGeom>
        </p:spPr>
      </p:pic>
    </p:spTree>
    <p:extLst>
      <p:ext uri="{BB962C8B-B14F-4D97-AF65-F5344CB8AC3E}">
        <p14:creationId xmlns:p14="http://schemas.microsoft.com/office/powerpoint/2010/main" val="3613820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FFAC5-1C9E-21C5-1108-B30B6E29BB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4226B8-DB74-7CDF-8CEF-6E0EE0AC46CC}"/>
              </a:ext>
            </a:extLst>
          </p:cNvPr>
          <p:cNvSpPr>
            <a:spLocks noGrp="1"/>
          </p:cNvSpPr>
          <p:nvPr>
            <p:ph type="title"/>
          </p:nvPr>
        </p:nvSpPr>
        <p:spPr/>
        <p:txBody>
          <a:bodyPr/>
          <a:lstStyle/>
          <a:p>
            <a:r>
              <a:rPr lang="en-US">
                <a:cs typeface="Arial"/>
              </a:rPr>
              <a:t>Persona 2: Lee</a:t>
            </a:r>
            <a:endParaRPr lang="en-US"/>
          </a:p>
        </p:txBody>
      </p:sp>
      <p:sp>
        <p:nvSpPr>
          <p:cNvPr id="3" name="Content Placeholder 2">
            <a:extLst>
              <a:ext uri="{FF2B5EF4-FFF2-40B4-BE49-F238E27FC236}">
                <a16:creationId xmlns:a16="http://schemas.microsoft.com/office/drawing/2014/main" id="{2411D49F-757B-9419-87AC-EF822404738E}"/>
              </a:ext>
            </a:extLst>
          </p:cNvPr>
          <p:cNvSpPr>
            <a:spLocks noGrp="1"/>
          </p:cNvSpPr>
          <p:nvPr>
            <p:ph idx="1"/>
          </p:nvPr>
        </p:nvSpPr>
        <p:spPr/>
        <p:txBody>
          <a:bodyPr vert="horz" lIns="0" tIns="0" rIns="0" bIns="0" rtlCol="0" anchor="t">
            <a:normAutofit lnSpcReduction="10000"/>
          </a:bodyPr>
          <a:lstStyle/>
          <a:p>
            <a:pPr algn="just"/>
            <a:r>
              <a:rPr lang="en-US" sz="1600" b="1">
                <a:cs typeface="Arial"/>
              </a:rPr>
              <a:t>Question 2: Which types of </a:t>
            </a:r>
            <a:r>
              <a:rPr lang="en-US" sz="1600" b="1" err="1">
                <a:cs typeface="Arial"/>
              </a:rPr>
              <a:t>organisations</a:t>
            </a:r>
            <a:r>
              <a:rPr lang="en-US" sz="1600" b="1">
                <a:cs typeface="Arial"/>
              </a:rPr>
              <a:t> under ACF are most likely to receive funding in near future, and how does the average grant size vary across different focus areas?</a:t>
            </a:r>
          </a:p>
          <a:p>
            <a:pPr algn="just"/>
            <a:endParaRPr lang="en-US" sz="1600" b="1">
              <a:cs typeface="Arial"/>
            </a:endParaRPr>
          </a:p>
          <a:p>
            <a:pPr marL="342900" indent="-342900" algn="just">
              <a:lnSpc>
                <a:spcPct val="110000"/>
              </a:lnSpc>
              <a:buFont typeface="Arial" panose="020B0604020202020204" pitchFamily="34" charset="0"/>
              <a:buChar char="•"/>
            </a:pPr>
            <a:r>
              <a:rPr lang="en-US" sz="1400">
                <a:cs typeface="Arial"/>
              </a:rPr>
              <a:t>Grant distribution and number of organizations are </a:t>
            </a:r>
            <a:r>
              <a:rPr lang="en-US" sz="1400" b="1">
                <a:cs typeface="Arial"/>
              </a:rPr>
              <a:t>not proportionate</a:t>
            </a:r>
            <a:r>
              <a:rPr lang="en-US" sz="1400">
                <a:cs typeface="Arial"/>
              </a:rPr>
              <a:t> for </a:t>
            </a:r>
            <a:r>
              <a:rPr lang="en-US" sz="1400" b="1">
                <a:cs typeface="Arial"/>
              </a:rPr>
              <a:t>blue,</a:t>
            </a:r>
            <a:r>
              <a:rPr lang="en-US" sz="1400">
                <a:cs typeface="Arial"/>
              </a:rPr>
              <a:t> tackling inequality</a:t>
            </a:r>
            <a:r>
              <a:rPr lang="en-US" sz="1400" b="1">
                <a:cs typeface="Arial"/>
              </a:rPr>
              <a:t> </a:t>
            </a:r>
            <a:r>
              <a:rPr lang="en-US" sz="1400">
                <a:cs typeface="Arial"/>
              </a:rPr>
              <a:t>( organization number &gt; fund size ) and </a:t>
            </a:r>
            <a:r>
              <a:rPr lang="en-US" sz="1400" b="1">
                <a:cs typeface="Arial"/>
              </a:rPr>
              <a:t>orange</a:t>
            </a:r>
            <a:r>
              <a:rPr lang="en-US" sz="1400">
                <a:solidFill>
                  <a:srgbClr val="000000"/>
                </a:solidFill>
                <a:cs typeface="Arial"/>
              </a:rPr>
              <a:t>, supporting first nations </a:t>
            </a:r>
            <a:r>
              <a:rPr lang="en-US" sz="1400">
                <a:cs typeface="Arial"/>
              </a:rPr>
              <a:t>communities</a:t>
            </a:r>
            <a:r>
              <a:rPr lang="en-US" sz="1400">
                <a:solidFill>
                  <a:srgbClr val="FFC000"/>
                </a:solidFill>
                <a:cs typeface="Arial"/>
              </a:rPr>
              <a:t> </a:t>
            </a:r>
            <a:r>
              <a:rPr lang="en-US" sz="1400">
                <a:cs typeface="Arial"/>
              </a:rPr>
              <a:t>( fund size &lt; organization number )</a:t>
            </a:r>
          </a:p>
          <a:p>
            <a:pPr algn="just">
              <a:lnSpc>
                <a:spcPct val="110000"/>
              </a:lnSpc>
            </a:pPr>
            <a:endParaRPr lang="en-US" sz="1400">
              <a:cs typeface="Arial"/>
            </a:endParaRPr>
          </a:p>
          <a:p>
            <a:pPr marL="342900" indent="-342900" algn="just">
              <a:lnSpc>
                <a:spcPct val="110000"/>
              </a:lnSpc>
              <a:buFont typeface="Arial" panose="020B0604020202020204" pitchFamily="34" charset="0"/>
              <a:buChar char="•"/>
            </a:pPr>
            <a:r>
              <a:rPr lang="en-US" sz="1400" b="1">
                <a:cs typeface="Arial"/>
              </a:rPr>
              <a:t>Stable growth</a:t>
            </a:r>
            <a:r>
              <a:rPr lang="en-US" sz="1400">
                <a:cs typeface="Arial"/>
              </a:rPr>
              <a:t> is seen in number of charity organizations in Australia.</a:t>
            </a:r>
          </a:p>
          <a:p>
            <a:pPr marL="342900" indent="-342900" algn="just">
              <a:lnSpc>
                <a:spcPct val="110000"/>
              </a:lnSpc>
              <a:buChar char="•"/>
            </a:pPr>
            <a:r>
              <a:rPr lang="en-US" sz="1400">
                <a:cs typeface="Arial"/>
              </a:rPr>
              <a:t>Recent notable changes - increase of 2.4% in (2021) and decrease of just 0.1% in (2023).  </a:t>
            </a:r>
          </a:p>
          <a:p>
            <a:pPr marL="342900" indent="-342900" algn="just">
              <a:lnSpc>
                <a:spcPct val="110000"/>
              </a:lnSpc>
              <a:buFont typeface="Arial" panose="020B0604020202020204" pitchFamily="34" charset="0"/>
              <a:buChar char="•"/>
            </a:pPr>
            <a:r>
              <a:rPr lang="en-US" sz="1400">
                <a:cs typeface="Arial"/>
              </a:rPr>
              <a:t>Assumed that ACF organization numbers remains the same, calculated average grant distribution for 2022 and 2023.</a:t>
            </a:r>
          </a:p>
          <a:p>
            <a:pPr algn="just">
              <a:lnSpc>
                <a:spcPct val="110000"/>
              </a:lnSpc>
            </a:pPr>
            <a:endParaRPr lang="en-US" sz="1400">
              <a:cs typeface="Arial"/>
            </a:endParaRPr>
          </a:p>
          <a:p>
            <a:pPr marL="342900" indent="-342900" algn="just">
              <a:lnSpc>
                <a:spcPct val="110000"/>
              </a:lnSpc>
              <a:buFont typeface="Arial" panose="020B0604020202020204" pitchFamily="34" charset="0"/>
              <a:buChar char="•"/>
            </a:pPr>
            <a:r>
              <a:rPr lang="en-US" sz="1400" b="1">
                <a:cs typeface="Arial"/>
              </a:rPr>
              <a:t>Average grant</a:t>
            </a:r>
            <a:r>
              <a:rPr lang="en-US" sz="1400">
                <a:cs typeface="Arial"/>
              </a:rPr>
              <a:t> for areas such as blue orange and purple are on the </a:t>
            </a:r>
            <a:r>
              <a:rPr lang="en-US" sz="1400" b="1">
                <a:cs typeface="Arial"/>
              </a:rPr>
              <a:t>growth trend</a:t>
            </a:r>
            <a:r>
              <a:rPr lang="en-US" sz="1400">
                <a:cs typeface="Arial"/>
              </a:rPr>
              <a:t>.</a:t>
            </a:r>
          </a:p>
          <a:p>
            <a:pPr marL="342900" indent="-342900" algn="just">
              <a:lnSpc>
                <a:spcPct val="110000"/>
              </a:lnSpc>
              <a:buFont typeface="Arial" panose="020B0604020202020204" pitchFamily="34" charset="0"/>
              <a:buChar char="•"/>
            </a:pPr>
            <a:r>
              <a:rPr lang="en-US" sz="1400">
                <a:cs typeface="Arial"/>
              </a:rPr>
              <a:t>Frequency of grants for focus area </a:t>
            </a:r>
            <a:r>
              <a:rPr lang="en-US" sz="1400" b="1">
                <a:cs typeface="Arial"/>
              </a:rPr>
              <a:t>purple (Strengthening Democracy) </a:t>
            </a:r>
            <a:r>
              <a:rPr lang="en-US" sz="1400">
                <a:cs typeface="Arial"/>
              </a:rPr>
              <a:t>is not high but the amount of grant seems to be big when they receive grants.</a:t>
            </a:r>
          </a:p>
          <a:p>
            <a:pPr marL="342900" indent="-342900" algn="just">
              <a:lnSpc>
                <a:spcPct val="110000"/>
              </a:lnSpc>
              <a:buFont typeface="Arial" panose="020B0604020202020204" pitchFamily="34" charset="0"/>
              <a:buChar char="•"/>
            </a:pPr>
            <a:r>
              <a:rPr lang="en-US" sz="1400">
                <a:cs typeface="Arial"/>
              </a:rPr>
              <a:t>Focus area </a:t>
            </a:r>
            <a:r>
              <a:rPr lang="en-US" sz="1400" b="1">
                <a:cs typeface="Arial"/>
              </a:rPr>
              <a:t>teal ( Safeguarding the Environment )</a:t>
            </a:r>
            <a:r>
              <a:rPr lang="en-US" sz="1400">
                <a:cs typeface="Arial"/>
              </a:rPr>
              <a:t> receives multiple grants a year but we can assume that the grant amount is not significant.</a:t>
            </a:r>
          </a:p>
          <a:p>
            <a:pPr marL="342900" indent="-342900" algn="just">
              <a:lnSpc>
                <a:spcPct val="110000"/>
              </a:lnSpc>
              <a:buChar char="•"/>
            </a:pPr>
            <a:endParaRPr lang="en-US" sz="1600">
              <a:cs typeface="Arial"/>
            </a:endParaRPr>
          </a:p>
          <a:p>
            <a:pPr marL="342900" indent="-342900" algn="just">
              <a:buChar char="•"/>
            </a:pPr>
            <a:endParaRPr lang="en-US" sz="1600">
              <a:cs typeface="Arial"/>
            </a:endParaRPr>
          </a:p>
          <a:p>
            <a:pPr algn="just"/>
            <a:endParaRPr lang="en-US" sz="2000">
              <a:cs typeface="Arial"/>
            </a:endParaRPr>
          </a:p>
          <a:p>
            <a:pPr marL="342900" indent="-342900" algn="just">
              <a:buChar char="•"/>
            </a:pPr>
            <a:endParaRPr lang="en-US" sz="2000">
              <a:cs typeface="Arial"/>
            </a:endParaRPr>
          </a:p>
          <a:p>
            <a:pPr marL="342900" indent="-342900" algn="just">
              <a:buChar char="•"/>
            </a:pPr>
            <a:endParaRPr lang="en-US" sz="2000">
              <a:cs typeface="Arial"/>
            </a:endParaRPr>
          </a:p>
          <a:p>
            <a:endParaRPr lang="en-US">
              <a:cs typeface="Arial"/>
            </a:endParaRPr>
          </a:p>
        </p:txBody>
      </p:sp>
      <p:sp>
        <p:nvSpPr>
          <p:cNvPr id="4" name="Footer Placeholder 3">
            <a:extLst>
              <a:ext uri="{FF2B5EF4-FFF2-40B4-BE49-F238E27FC236}">
                <a16:creationId xmlns:a16="http://schemas.microsoft.com/office/drawing/2014/main" id="{8D0B1F3B-1690-A180-3305-6E574C38BCC7}"/>
              </a:ext>
            </a:extLst>
          </p:cNvPr>
          <p:cNvSpPr>
            <a:spLocks noGrp="1"/>
          </p:cNvSpPr>
          <p:nvPr>
            <p:ph type="ftr" sz="quarter" idx="11"/>
          </p:nvPr>
        </p:nvSpPr>
        <p:spPr/>
        <p:txBody>
          <a:bodyPr/>
          <a:lstStyle/>
          <a:p>
            <a:r>
              <a:rPr lang="en-AU" sz="1100"/>
              <a:t>Aye Chan Soe</a:t>
            </a:r>
            <a:r>
              <a:rPr lang="en-AU"/>
              <a:t> | </a:t>
            </a:r>
            <a:r>
              <a:rPr lang="en-AU">
                <a:ea typeface="+mn-lt"/>
                <a:cs typeface="+mn-lt"/>
              </a:rPr>
              <a:t>47462736 </a:t>
            </a:r>
            <a:endParaRPr lang="en-US">
              <a:cs typeface="Arial"/>
            </a:endParaRPr>
          </a:p>
        </p:txBody>
      </p:sp>
      <p:sp>
        <p:nvSpPr>
          <p:cNvPr id="5" name="Slide Number Placeholder 4">
            <a:extLst>
              <a:ext uri="{FF2B5EF4-FFF2-40B4-BE49-F238E27FC236}">
                <a16:creationId xmlns:a16="http://schemas.microsoft.com/office/drawing/2014/main" id="{EA878BC2-A835-D0D1-41D1-4B686EEABE68}"/>
              </a:ext>
            </a:extLst>
          </p:cNvPr>
          <p:cNvSpPr>
            <a:spLocks noGrp="1"/>
          </p:cNvSpPr>
          <p:nvPr>
            <p:ph type="sldNum" sz="quarter" idx="12"/>
          </p:nvPr>
        </p:nvSpPr>
        <p:spPr/>
        <p:txBody>
          <a:bodyPr/>
          <a:lstStyle/>
          <a:p>
            <a:fld id="{D9C42BCC-44E8-4F98-A8FE-EAF16D8C1E6E}" type="slidenum">
              <a:rPr lang="en-AU" smtClean="0"/>
              <a:pPr/>
              <a:t>13</a:t>
            </a:fld>
            <a:endParaRPr lang="en-AU"/>
          </a:p>
        </p:txBody>
      </p:sp>
      <p:sp>
        <p:nvSpPr>
          <p:cNvPr id="6" name="Text Placeholder 5">
            <a:extLst>
              <a:ext uri="{FF2B5EF4-FFF2-40B4-BE49-F238E27FC236}">
                <a16:creationId xmlns:a16="http://schemas.microsoft.com/office/drawing/2014/main" id="{3DA580F6-3C66-19F0-A057-DF4E672A7AFC}"/>
              </a:ext>
            </a:extLst>
          </p:cNvPr>
          <p:cNvSpPr>
            <a:spLocks noGrp="1"/>
          </p:cNvSpPr>
          <p:nvPr>
            <p:ph type="body" sz="quarter" idx="15"/>
          </p:nvPr>
        </p:nvSpPr>
        <p:spPr/>
        <p:txBody>
          <a:bodyPr vert="horz" lIns="0" tIns="0" rIns="0" bIns="0" rtlCol="0" anchor="t">
            <a:normAutofit/>
          </a:bodyPr>
          <a:lstStyle/>
          <a:p>
            <a:r>
              <a:rPr lang="en-US">
                <a:cs typeface="Arial"/>
              </a:rPr>
              <a:t>DV 2</a:t>
            </a:r>
            <a:endParaRPr lang="en-US"/>
          </a:p>
        </p:txBody>
      </p:sp>
    </p:spTree>
    <p:extLst>
      <p:ext uri="{BB962C8B-B14F-4D97-AF65-F5344CB8AC3E}">
        <p14:creationId xmlns:p14="http://schemas.microsoft.com/office/powerpoint/2010/main" val="3184942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6A9A8-1B86-BA37-E35A-33A666511B13}"/>
              </a:ext>
            </a:extLst>
          </p:cNvPr>
          <p:cNvSpPr>
            <a:spLocks noGrp="1"/>
          </p:cNvSpPr>
          <p:nvPr>
            <p:ph type="title"/>
          </p:nvPr>
        </p:nvSpPr>
        <p:spPr/>
        <p:txBody>
          <a:bodyPr/>
          <a:lstStyle/>
          <a:p>
            <a:r>
              <a:rPr lang="en-US">
                <a:cs typeface="Arial"/>
              </a:rPr>
              <a:t>Persona 2: Lee</a:t>
            </a:r>
            <a:endParaRPr lang="en-US"/>
          </a:p>
        </p:txBody>
      </p:sp>
      <p:sp>
        <p:nvSpPr>
          <p:cNvPr id="3" name="Content Placeholder 2">
            <a:extLst>
              <a:ext uri="{FF2B5EF4-FFF2-40B4-BE49-F238E27FC236}">
                <a16:creationId xmlns:a16="http://schemas.microsoft.com/office/drawing/2014/main" id="{4DD1362A-9F29-CEC9-68B3-58829AF85A85}"/>
              </a:ext>
            </a:extLst>
          </p:cNvPr>
          <p:cNvSpPr>
            <a:spLocks noGrp="1"/>
          </p:cNvSpPr>
          <p:nvPr>
            <p:ph idx="1"/>
          </p:nvPr>
        </p:nvSpPr>
        <p:spPr>
          <a:xfrm>
            <a:off x="528713" y="1964312"/>
            <a:ext cx="8122577" cy="580498"/>
          </a:xfrm>
        </p:spPr>
        <p:txBody>
          <a:bodyPr vert="horz" lIns="0" tIns="0" rIns="0" bIns="0" rtlCol="0" anchor="t">
            <a:normAutofit/>
          </a:bodyPr>
          <a:lstStyle/>
          <a:p>
            <a:r>
              <a:rPr lang="en-US" b="1" dirty="0">
                <a:cs typeface="Arial"/>
              </a:rPr>
              <a:t>Question 3: How is grant distribution balanced across Australian states, and which regions may require more equitable support?</a:t>
            </a:r>
          </a:p>
          <a:p>
            <a:pPr marL="457200" indent="-457200" algn="just">
              <a:lnSpc>
                <a:spcPct val="150000"/>
              </a:lnSpc>
              <a:buChar char="•"/>
            </a:pPr>
            <a:endParaRPr lang="en-US" sz="1400" dirty="0">
              <a:cs typeface="Arial"/>
            </a:endParaRPr>
          </a:p>
          <a:p>
            <a:pPr marL="457200" indent="-457200" algn="just">
              <a:lnSpc>
                <a:spcPct val="150000"/>
              </a:lnSpc>
              <a:buFont typeface="Arial" panose="020B0604020202020204" pitchFamily="34" charset="0"/>
              <a:buChar char="•"/>
            </a:pPr>
            <a:endParaRPr lang="en-US" sz="1400">
              <a:cs typeface="Arial"/>
            </a:endParaRPr>
          </a:p>
          <a:p>
            <a:pPr marL="457200" indent="-457200">
              <a:buChar char="•"/>
            </a:pPr>
            <a:endParaRPr lang="en-US" sz="1400">
              <a:cs typeface="Arial"/>
            </a:endParaRPr>
          </a:p>
        </p:txBody>
      </p:sp>
      <p:sp>
        <p:nvSpPr>
          <p:cNvPr id="5" name="Slide Number Placeholder 4">
            <a:extLst>
              <a:ext uri="{FF2B5EF4-FFF2-40B4-BE49-F238E27FC236}">
                <a16:creationId xmlns:a16="http://schemas.microsoft.com/office/drawing/2014/main" id="{4945C9CB-B1C6-FE25-7553-EB9A55C9A37F}"/>
              </a:ext>
            </a:extLst>
          </p:cNvPr>
          <p:cNvSpPr>
            <a:spLocks noGrp="1"/>
          </p:cNvSpPr>
          <p:nvPr>
            <p:ph type="sldNum" sz="quarter" idx="12"/>
          </p:nvPr>
        </p:nvSpPr>
        <p:spPr/>
        <p:txBody>
          <a:bodyPr/>
          <a:lstStyle/>
          <a:p>
            <a:fld id="{D9C42BCC-44E8-4F98-A8FE-EAF16D8C1E6E}" type="slidenum">
              <a:rPr lang="en-AU" smtClean="0"/>
              <a:pPr/>
              <a:t>14</a:t>
            </a:fld>
            <a:endParaRPr lang="en-AU"/>
          </a:p>
        </p:txBody>
      </p:sp>
      <p:sp>
        <p:nvSpPr>
          <p:cNvPr id="6" name="Text Placeholder 5">
            <a:extLst>
              <a:ext uri="{FF2B5EF4-FFF2-40B4-BE49-F238E27FC236}">
                <a16:creationId xmlns:a16="http://schemas.microsoft.com/office/drawing/2014/main" id="{7819E821-8EEA-250C-5756-7990B0A0613E}"/>
              </a:ext>
            </a:extLst>
          </p:cNvPr>
          <p:cNvSpPr>
            <a:spLocks noGrp="1"/>
          </p:cNvSpPr>
          <p:nvPr>
            <p:ph type="body" sz="quarter" idx="15"/>
          </p:nvPr>
        </p:nvSpPr>
        <p:spPr/>
        <p:txBody>
          <a:bodyPr vert="horz" lIns="0" tIns="0" rIns="0" bIns="0" rtlCol="0" anchor="t">
            <a:normAutofit/>
          </a:bodyPr>
          <a:lstStyle/>
          <a:p>
            <a:r>
              <a:rPr lang="en-US">
                <a:cs typeface="Arial"/>
              </a:rPr>
              <a:t>DV 3</a:t>
            </a:r>
            <a:endParaRPr lang="en-US"/>
          </a:p>
        </p:txBody>
      </p:sp>
      <p:sp>
        <p:nvSpPr>
          <p:cNvPr id="8" name="Footer Placeholder 3">
            <a:extLst>
              <a:ext uri="{FF2B5EF4-FFF2-40B4-BE49-F238E27FC236}">
                <a16:creationId xmlns:a16="http://schemas.microsoft.com/office/drawing/2014/main" id="{3F1EDB99-8705-79BD-43C1-CF63647C6153}"/>
              </a:ext>
            </a:extLst>
          </p:cNvPr>
          <p:cNvSpPr>
            <a:spLocks noGrp="1"/>
          </p:cNvSpPr>
          <p:nvPr>
            <p:ph type="ftr" sz="quarter" idx="11"/>
          </p:nvPr>
        </p:nvSpPr>
        <p:spPr>
          <a:xfrm>
            <a:off x="520950" y="6381330"/>
            <a:ext cx="3978498" cy="365125"/>
          </a:xfrm>
        </p:spPr>
        <p:txBody>
          <a:bodyPr/>
          <a:lstStyle/>
          <a:p>
            <a:r>
              <a:rPr lang="en-AU" sz="1100"/>
              <a:t>Aye Chan Soe</a:t>
            </a:r>
            <a:r>
              <a:rPr lang="en-AU"/>
              <a:t> | </a:t>
            </a:r>
            <a:r>
              <a:rPr lang="en-AU">
                <a:ea typeface="+mn-lt"/>
                <a:cs typeface="+mn-lt"/>
              </a:rPr>
              <a:t>47462736 </a:t>
            </a:r>
            <a:endParaRPr lang="en-US">
              <a:cs typeface="Arial"/>
            </a:endParaRPr>
          </a:p>
        </p:txBody>
      </p:sp>
      <p:pic>
        <p:nvPicPr>
          <p:cNvPr id="4" name="Picture 3" descr="A screenshot of a computer&#10;&#10;AI-generated content may be incorrect.">
            <a:extLst>
              <a:ext uri="{FF2B5EF4-FFF2-40B4-BE49-F238E27FC236}">
                <a16:creationId xmlns:a16="http://schemas.microsoft.com/office/drawing/2014/main" id="{B131A5FB-36F7-8927-59D3-884DE716564E}"/>
              </a:ext>
            </a:extLst>
          </p:cNvPr>
          <p:cNvPicPr>
            <a:picLocks noChangeAspect="1"/>
          </p:cNvPicPr>
          <p:nvPr/>
        </p:nvPicPr>
        <p:blipFill>
          <a:blip r:embed="rId2"/>
          <a:srcRect t="17608" b="5093"/>
          <a:stretch>
            <a:fillRect/>
          </a:stretch>
        </p:blipFill>
        <p:spPr>
          <a:xfrm>
            <a:off x="835378" y="2613423"/>
            <a:ext cx="7326489" cy="3772237"/>
          </a:xfrm>
          <a:prstGeom prst="rect">
            <a:avLst/>
          </a:prstGeom>
        </p:spPr>
      </p:pic>
    </p:spTree>
    <p:extLst>
      <p:ext uri="{BB962C8B-B14F-4D97-AF65-F5344CB8AC3E}">
        <p14:creationId xmlns:p14="http://schemas.microsoft.com/office/powerpoint/2010/main" val="994037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C6358-E3D0-7C53-A7F0-5DD5567179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658E4C-4651-1D09-4869-CA44E8077E9B}"/>
              </a:ext>
            </a:extLst>
          </p:cNvPr>
          <p:cNvSpPr>
            <a:spLocks noGrp="1"/>
          </p:cNvSpPr>
          <p:nvPr>
            <p:ph type="title"/>
          </p:nvPr>
        </p:nvSpPr>
        <p:spPr/>
        <p:txBody>
          <a:bodyPr/>
          <a:lstStyle/>
          <a:p>
            <a:r>
              <a:rPr lang="en-US">
                <a:cs typeface="Arial"/>
              </a:rPr>
              <a:t>Persona 2: Lee</a:t>
            </a:r>
            <a:endParaRPr lang="en-US"/>
          </a:p>
        </p:txBody>
      </p:sp>
      <p:sp>
        <p:nvSpPr>
          <p:cNvPr id="3" name="Content Placeholder 2">
            <a:extLst>
              <a:ext uri="{FF2B5EF4-FFF2-40B4-BE49-F238E27FC236}">
                <a16:creationId xmlns:a16="http://schemas.microsoft.com/office/drawing/2014/main" id="{DE182D20-8716-E42D-5BEE-37DD37AAFCB3}"/>
              </a:ext>
            </a:extLst>
          </p:cNvPr>
          <p:cNvSpPr>
            <a:spLocks noGrp="1"/>
          </p:cNvSpPr>
          <p:nvPr>
            <p:ph idx="1"/>
          </p:nvPr>
        </p:nvSpPr>
        <p:spPr>
          <a:xfrm>
            <a:off x="540001" y="1964312"/>
            <a:ext cx="8116933" cy="3447875"/>
          </a:xfrm>
        </p:spPr>
        <p:txBody>
          <a:bodyPr vert="horz" lIns="0" tIns="0" rIns="0" bIns="0" rtlCol="0" anchor="t">
            <a:normAutofit/>
          </a:bodyPr>
          <a:lstStyle/>
          <a:p>
            <a:r>
              <a:rPr lang="en-US" b="1">
                <a:cs typeface="Arial"/>
              </a:rPr>
              <a:t>Question 3: How is grant distribution balanced across Australian states, and which regions may require more equitable support?</a:t>
            </a:r>
          </a:p>
          <a:p>
            <a:endParaRPr lang="en-US" sz="1400">
              <a:cs typeface="Arial"/>
            </a:endParaRPr>
          </a:p>
          <a:p>
            <a:pPr marL="457200" indent="-457200" algn="just">
              <a:lnSpc>
                <a:spcPct val="150000"/>
              </a:lnSpc>
              <a:buFont typeface="Arial" panose="020B0604020202020204" pitchFamily="34" charset="0"/>
              <a:buChar char="•"/>
            </a:pPr>
            <a:r>
              <a:rPr lang="en-US" sz="1400">
                <a:cs typeface="Arial"/>
              </a:rPr>
              <a:t>Shows the number of ACF-listed charity </a:t>
            </a:r>
            <a:r>
              <a:rPr lang="en-US" sz="1400" err="1">
                <a:cs typeface="Arial"/>
              </a:rPr>
              <a:t>organisations</a:t>
            </a:r>
            <a:r>
              <a:rPr lang="en-US" sz="1400">
                <a:cs typeface="Arial"/>
              </a:rPr>
              <a:t> in each state, ranked by their socioeconomic index (highest at the top to lowest at the bottom). </a:t>
            </a:r>
          </a:p>
          <a:p>
            <a:pPr marL="457200" indent="-457200" algn="just">
              <a:lnSpc>
                <a:spcPct val="150000"/>
              </a:lnSpc>
              <a:buFont typeface="Arial" panose="020B0604020202020204" pitchFamily="34" charset="0"/>
              <a:buChar char="•"/>
            </a:pPr>
            <a:r>
              <a:rPr lang="en-US" sz="1400">
                <a:cs typeface="Arial"/>
              </a:rPr>
              <a:t>Lee can </a:t>
            </a:r>
            <a:r>
              <a:rPr lang="en-US" sz="1400" b="1">
                <a:cs typeface="Arial"/>
              </a:rPr>
              <a:t>explore </a:t>
            </a:r>
            <a:r>
              <a:rPr lang="en-US" sz="1400">
                <a:cs typeface="Arial"/>
              </a:rPr>
              <a:t>which states need funding. </a:t>
            </a:r>
          </a:p>
          <a:p>
            <a:pPr marL="457200" indent="-457200" algn="just">
              <a:lnSpc>
                <a:spcPct val="150000"/>
              </a:lnSpc>
              <a:buFont typeface="Arial" panose="020B0604020202020204" pitchFamily="34" charset="0"/>
              <a:buChar char="•"/>
            </a:pPr>
            <a:r>
              <a:rPr lang="en-US" sz="1400">
                <a:cs typeface="Arial"/>
              </a:rPr>
              <a:t>Grant Distribution is seen to be the highest in Victoria in 2024, and this has been the case for the past five years.</a:t>
            </a:r>
          </a:p>
          <a:p>
            <a:pPr marL="457200" indent="-457200" algn="just">
              <a:lnSpc>
                <a:spcPct val="150000"/>
              </a:lnSpc>
              <a:buFont typeface="Arial" panose="020B0604020202020204" pitchFamily="34" charset="0"/>
              <a:buChar char="•"/>
            </a:pPr>
            <a:r>
              <a:rPr lang="en-US" sz="1400">
                <a:cs typeface="Arial"/>
              </a:rPr>
              <a:t>Victoria have the largest number of </a:t>
            </a:r>
            <a:r>
              <a:rPr lang="en-US" sz="1400" err="1">
                <a:cs typeface="Arial"/>
              </a:rPr>
              <a:t>organisations</a:t>
            </a:r>
            <a:r>
              <a:rPr lang="en-US" sz="1400">
                <a:cs typeface="Arial"/>
              </a:rPr>
              <a:t>.</a:t>
            </a:r>
          </a:p>
          <a:p>
            <a:pPr marL="457200" indent="-457200" algn="just">
              <a:lnSpc>
                <a:spcPct val="150000"/>
              </a:lnSpc>
              <a:buFont typeface="Arial" panose="020B0604020202020204" pitchFamily="34" charset="0"/>
              <a:buChar char="•"/>
            </a:pPr>
            <a:r>
              <a:rPr lang="en-US" sz="1400">
                <a:cs typeface="Arial"/>
              </a:rPr>
              <a:t>ACT, NT and TAS have smallest number of organizations. </a:t>
            </a:r>
          </a:p>
          <a:p>
            <a:pPr marL="457200" indent="-457200" algn="just">
              <a:lnSpc>
                <a:spcPct val="150000"/>
              </a:lnSpc>
              <a:buChar char="•"/>
            </a:pPr>
            <a:endParaRPr lang="en-US" sz="1400">
              <a:cs typeface="Arial"/>
            </a:endParaRPr>
          </a:p>
          <a:p>
            <a:pPr marL="457200" indent="-457200">
              <a:buChar char="•"/>
            </a:pPr>
            <a:endParaRPr lang="en-US" sz="1400">
              <a:cs typeface="Arial"/>
            </a:endParaRPr>
          </a:p>
        </p:txBody>
      </p:sp>
      <p:sp>
        <p:nvSpPr>
          <p:cNvPr id="5" name="Slide Number Placeholder 4">
            <a:extLst>
              <a:ext uri="{FF2B5EF4-FFF2-40B4-BE49-F238E27FC236}">
                <a16:creationId xmlns:a16="http://schemas.microsoft.com/office/drawing/2014/main" id="{096DE76F-601B-E507-DE19-45AFBC793B22}"/>
              </a:ext>
            </a:extLst>
          </p:cNvPr>
          <p:cNvSpPr>
            <a:spLocks noGrp="1"/>
          </p:cNvSpPr>
          <p:nvPr>
            <p:ph type="sldNum" sz="quarter" idx="12"/>
          </p:nvPr>
        </p:nvSpPr>
        <p:spPr/>
        <p:txBody>
          <a:bodyPr/>
          <a:lstStyle/>
          <a:p>
            <a:fld id="{D9C42BCC-44E8-4F98-A8FE-EAF16D8C1E6E}" type="slidenum">
              <a:rPr lang="en-AU" smtClean="0"/>
              <a:pPr/>
              <a:t>15</a:t>
            </a:fld>
            <a:endParaRPr lang="en-AU"/>
          </a:p>
        </p:txBody>
      </p:sp>
      <p:sp>
        <p:nvSpPr>
          <p:cNvPr id="6" name="Text Placeholder 5">
            <a:extLst>
              <a:ext uri="{FF2B5EF4-FFF2-40B4-BE49-F238E27FC236}">
                <a16:creationId xmlns:a16="http://schemas.microsoft.com/office/drawing/2014/main" id="{432F289D-17D4-489D-8AF8-69A1642B141A}"/>
              </a:ext>
            </a:extLst>
          </p:cNvPr>
          <p:cNvSpPr>
            <a:spLocks noGrp="1"/>
          </p:cNvSpPr>
          <p:nvPr>
            <p:ph type="body" sz="quarter" idx="15"/>
          </p:nvPr>
        </p:nvSpPr>
        <p:spPr/>
        <p:txBody>
          <a:bodyPr vert="horz" lIns="0" tIns="0" rIns="0" bIns="0" rtlCol="0" anchor="t">
            <a:normAutofit/>
          </a:bodyPr>
          <a:lstStyle/>
          <a:p>
            <a:r>
              <a:rPr lang="en-US">
                <a:cs typeface="Arial"/>
              </a:rPr>
              <a:t>DV 3</a:t>
            </a:r>
            <a:endParaRPr lang="en-US"/>
          </a:p>
        </p:txBody>
      </p:sp>
      <p:sp>
        <p:nvSpPr>
          <p:cNvPr id="8" name="Footer Placeholder 3">
            <a:extLst>
              <a:ext uri="{FF2B5EF4-FFF2-40B4-BE49-F238E27FC236}">
                <a16:creationId xmlns:a16="http://schemas.microsoft.com/office/drawing/2014/main" id="{B75B4987-8F6F-DD77-1CBA-DCB88368CE89}"/>
              </a:ext>
            </a:extLst>
          </p:cNvPr>
          <p:cNvSpPr>
            <a:spLocks noGrp="1"/>
          </p:cNvSpPr>
          <p:nvPr>
            <p:ph type="ftr" sz="quarter" idx="11"/>
          </p:nvPr>
        </p:nvSpPr>
        <p:spPr>
          <a:xfrm>
            <a:off x="520950" y="6381330"/>
            <a:ext cx="3978498" cy="365125"/>
          </a:xfrm>
        </p:spPr>
        <p:txBody>
          <a:bodyPr/>
          <a:lstStyle/>
          <a:p>
            <a:r>
              <a:rPr lang="en-AU" sz="1100"/>
              <a:t>Aye Chan Soe</a:t>
            </a:r>
            <a:r>
              <a:rPr lang="en-AU"/>
              <a:t> | </a:t>
            </a:r>
            <a:r>
              <a:rPr lang="en-AU">
                <a:ea typeface="+mn-lt"/>
                <a:cs typeface="+mn-lt"/>
              </a:rPr>
              <a:t>47462736 </a:t>
            </a:r>
            <a:endParaRPr lang="en-US">
              <a:cs typeface="Arial"/>
            </a:endParaRPr>
          </a:p>
        </p:txBody>
      </p:sp>
    </p:spTree>
    <p:extLst>
      <p:ext uri="{BB962C8B-B14F-4D97-AF65-F5344CB8AC3E}">
        <p14:creationId xmlns:p14="http://schemas.microsoft.com/office/powerpoint/2010/main" val="2911778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FE52477-29BA-9CE6-37BA-091D3B2AA7F9}"/>
              </a:ext>
            </a:extLst>
          </p:cNvPr>
          <p:cNvSpPr>
            <a:spLocks noGrp="1"/>
          </p:cNvSpPr>
          <p:nvPr>
            <p:ph type="sldNum" sz="quarter" idx="12"/>
          </p:nvPr>
        </p:nvSpPr>
        <p:spPr/>
        <p:txBody>
          <a:bodyPr/>
          <a:lstStyle/>
          <a:p>
            <a:fld id="{D9C42BCC-44E8-4F98-A8FE-EAF16D8C1E6E}" type="slidenum">
              <a:rPr lang="en-AU" smtClean="0"/>
              <a:pPr/>
              <a:t>16</a:t>
            </a:fld>
            <a:endParaRPr lang="en-AU"/>
          </a:p>
        </p:txBody>
      </p:sp>
      <p:graphicFrame>
        <p:nvGraphicFramePr>
          <p:cNvPr id="8" name="Content Placeholder 6">
            <a:extLst>
              <a:ext uri="{FF2B5EF4-FFF2-40B4-BE49-F238E27FC236}">
                <a16:creationId xmlns:a16="http://schemas.microsoft.com/office/drawing/2014/main" id="{F209F5F2-43D0-6656-5C5A-2E3F5A8275A1}"/>
              </a:ext>
            </a:extLst>
          </p:cNvPr>
          <p:cNvGraphicFramePr>
            <a:graphicFrameLocks/>
          </p:cNvGraphicFramePr>
          <p:nvPr>
            <p:extLst>
              <p:ext uri="{D42A27DB-BD31-4B8C-83A1-F6EECF244321}">
                <p14:modId xmlns:p14="http://schemas.microsoft.com/office/powerpoint/2010/main" val="2159559891"/>
              </p:ext>
            </p:extLst>
          </p:nvPr>
        </p:nvGraphicFramePr>
        <p:xfrm>
          <a:off x="524933" y="1665111"/>
          <a:ext cx="8101008" cy="4500953"/>
        </p:xfrm>
        <a:graphic>
          <a:graphicData uri="http://schemas.openxmlformats.org/drawingml/2006/table">
            <a:tbl>
              <a:tblPr firstRow="1" bandRow="1">
                <a:tableStyleId>{2D5ABB26-0587-4C30-8999-92F81FD0307C}</a:tableStyleId>
              </a:tblPr>
              <a:tblGrid>
                <a:gridCol w="2058596">
                  <a:extLst>
                    <a:ext uri="{9D8B030D-6E8A-4147-A177-3AD203B41FA5}">
                      <a16:colId xmlns:a16="http://schemas.microsoft.com/office/drawing/2014/main" val="1723854704"/>
                    </a:ext>
                  </a:extLst>
                </a:gridCol>
                <a:gridCol w="6042412">
                  <a:extLst>
                    <a:ext uri="{9D8B030D-6E8A-4147-A177-3AD203B41FA5}">
                      <a16:colId xmlns:a16="http://schemas.microsoft.com/office/drawing/2014/main" val="579125014"/>
                    </a:ext>
                  </a:extLst>
                </a:gridCol>
              </a:tblGrid>
              <a:tr h="703563">
                <a:tc>
                  <a:txBody>
                    <a:bodyPr/>
                    <a:lstStyle/>
                    <a:p>
                      <a:pPr algn="l"/>
                      <a:r>
                        <a:rPr lang="en-US" sz="1200" b="1">
                          <a:solidFill>
                            <a:schemeClr val="bg1"/>
                          </a:solidFill>
                        </a:rPr>
                        <a:t>Persona 3</a:t>
                      </a:r>
                    </a:p>
                  </a:txBody>
                  <a:tcPr anchor="ctr">
                    <a:lnL w="12700">
                      <a:solidFill>
                        <a:schemeClr val="bg1"/>
                      </a:solidFill>
                    </a:lnL>
                    <a:lnR w="12700">
                      <a:solidFill>
                        <a:schemeClr val="bg1"/>
                      </a:solidFill>
                    </a:lnR>
                    <a:lnT w="12700">
                      <a:solidFill>
                        <a:schemeClr val="bg1"/>
                      </a:solidFill>
                    </a:lnT>
                    <a:lnB w="12700">
                      <a:solidFill>
                        <a:schemeClr val="bg1"/>
                      </a:solidFill>
                    </a:lnB>
                    <a:solidFill>
                      <a:srgbClr val="A6192E"/>
                    </a:solidFill>
                  </a:tcPr>
                </a:tc>
                <a:tc>
                  <a:txBody>
                    <a:bodyPr/>
                    <a:lstStyle/>
                    <a:p>
                      <a:pPr marL="0" lvl="0" indent="0" algn="l">
                        <a:buNone/>
                      </a:pPr>
                      <a:r>
                        <a:rPr lang="en-US" sz="1200" b="0" i="0" u="none" strike="noStrike" noProof="0">
                          <a:solidFill>
                            <a:srgbClr val="000000"/>
                          </a:solidFill>
                          <a:latin typeface="Arial"/>
                        </a:rPr>
                        <a:t>Anisha </a:t>
                      </a:r>
                      <a:r>
                        <a:rPr lang="en-US" sz="1200" u="none" strike="noStrike" noProof="0">
                          <a:solidFill>
                            <a:srgbClr val="000000"/>
                          </a:solidFill>
                        </a:rPr>
                        <a:t>&lt;</a:t>
                      </a:r>
                      <a:r>
                        <a:rPr lang="en-US" sz="1200" b="0" i="0" u="none" strike="noStrike" noProof="0">
                          <a:solidFill>
                            <a:srgbClr val="000000"/>
                          </a:solidFill>
                          <a:latin typeface="Arial"/>
                        </a:rPr>
                        <a:t>Socio-Economics Student and Community Impact Advocate</a:t>
                      </a:r>
                      <a:r>
                        <a:rPr lang="en-US" sz="1200" u="none" strike="noStrike" noProof="0">
                          <a:solidFill>
                            <a:srgbClr val="000000"/>
                          </a:solidFill>
                        </a:rPr>
                        <a:t>&gt;</a:t>
                      </a:r>
                      <a:endParaRPr lang="en-US" sz="1200">
                        <a:solidFill>
                          <a:srgbClr val="000000"/>
                        </a:solidFill>
                      </a:endParaRPr>
                    </a:p>
                  </a:txBody>
                  <a:tcPr anchor="ctr">
                    <a:lnL w="12700">
                      <a:solidFill>
                        <a:schemeClr val="bg1"/>
                      </a:solidFill>
                    </a:lnL>
                    <a:lnR w="12700">
                      <a:solidFill>
                        <a:schemeClr val="bg1"/>
                      </a:solidFill>
                    </a:lnR>
                    <a:lnT w="12700">
                      <a:solidFill>
                        <a:schemeClr val="bg1"/>
                      </a:solidFill>
                    </a:lnT>
                    <a:lnB w="12700">
                      <a:solidFill>
                        <a:schemeClr val="bg1"/>
                      </a:solidFill>
                    </a:lnB>
                    <a:solidFill>
                      <a:srgbClr val="D6D2C4"/>
                    </a:solidFill>
                  </a:tcPr>
                </a:tc>
                <a:extLst>
                  <a:ext uri="{0D108BD9-81ED-4DB2-BD59-A6C34878D82A}">
                    <a16:rowId xmlns:a16="http://schemas.microsoft.com/office/drawing/2014/main" val="520560991"/>
                  </a:ext>
                </a:extLst>
              </a:tr>
              <a:tr h="538665">
                <a:tc>
                  <a:txBody>
                    <a:bodyPr/>
                    <a:lstStyle/>
                    <a:p>
                      <a:pPr lvl="0" algn="l">
                        <a:buNone/>
                      </a:pPr>
                      <a:r>
                        <a:rPr lang="en-US" sz="1200" b="1" u="none" strike="noStrike" noProof="0">
                          <a:solidFill>
                            <a:schemeClr val="bg1"/>
                          </a:solidFill>
                        </a:rPr>
                        <a:t>Role</a:t>
                      </a:r>
                      <a:endParaRPr lang="en-US" sz="1200" b="1">
                        <a:solidFill>
                          <a:schemeClr val="bg1"/>
                        </a:solidFill>
                      </a:endParaRPr>
                    </a:p>
                  </a:txBody>
                  <a:tcPr anchor="ctr">
                    <a:lnL w="12700">
                      <a:solidFill>
                        <a:schemeClr val="bg1"/>
                      </a:solidFill>
                    </a:lnL>
                    <a:lnR w="12700">
                      <a:solidFill>
                        <a:schemeClr val="bg1"/>
                      </a:solidFill>
                    </a:lnR>
                    <a:lnT w="12700">
                      <a:solidFill>
                        <a:schemeClr val="bg1"/>
                      </a:solidFill>
                    </a:lnT>
                    <a:lnB w="12700">
                      <a:solidFill>
                        <a:schemeClr val="bg1"/>
                      </a:solidFill>
                    </a:lnB>
                    <a:solidFill>
                      <a:srgbClr val="A6192E"/>
                    </a:solidFill>
                  </a:tcPr>
                </a:tc>
                <a:tc>
                  <a:txBody>
                    <a:bodyPr/>
                    <a:lstStyle/>
                    <a:p>
                      <a:pPr marL="0" lvl="0" indent="0" algn="l">
                        <a:buNone/>
                      </a:pPr>
                      <a:r>
                        <a:rPr lang="en-US" sz="1200" b="0" i="0" u="none" strike="noStrike" noProof="0">
                          <a:solidFill>
                            <a:srgbClr val="000000"/>
                          </a:solidFill>
                          <a:latin typeface="Arial"/>
                        </a:rPr>
                        <a:t>A final-year student from Macquarie University</a:t>
                      </a:r>
                      <a:endParaRPr lang="en-US" sz="1200" b="0" i="0">
                        <a:latin typeface="Arial"/>
                      </a:endParaRPr>
                    </a:p>
                  </a:txBody>
                  <a:tcPr anchor="ctr">
                    <a:lnL w="12700">
                      <a:solidFill>
                        <a:schemeClr val="bg1"/>
                      </a:solidFill>
                    </a:lnL>
                    <a:lnR w="12700">
                      <a:solidFill>
                        <a:schemeClr val="bg1"/>
                      </a:solidFill>
                    </a:lnR>
                    <a:lnT w="12700">
                      <a:solidFill>
                        <a:schemeClr val="bg1"/>
                      </a:solidFill>
                    </a:lnT>
                    <a:lnB w="12700">
                      <a:solidFill>
                        <a:schemeClr val="bg1"/>
                      </a:solidFill>
                    </a:lnB>
                    <a:solidFill>
                      <a:srgbClr val="E6E4DC"/>
                    </a:solidFill>
                  </a:tcPr>
                </a:tc>
                <a:extLst>
                  <a:ext uri="{0D108BD9-81ED-4DB2-BD59-A6C34878D82A}">
                    <a16:rowId xmlns:a16="http://schemas.microsoft.com/office/drawing/2014/main" val="148942620"/>
                  </a:ext>
                </a:extLst>
              </a:tr>
              <a:tr h="1389887">
                <a:tc>
                  <a:txBody>
                    <a:bodyPr/>
                    <a:lstStyle/>
                    <a:p>
                      <a:pPr lvl="0" algn="l">
                        <a:lnSpc>
                          <a:spcPct val="100000"/>
                        </a:lnSpc>
                        <a:spcBef>
                          <a:spcPts val="0"/>
                        </a:spcBef>
                        <a:spcAft>
                          <a:spcPts val="0"/>
                        </a:spcAft>
                        <a:buNone/>
                      </a:pPr>
                      <a:endParaRPr lang="en-US" sz="1200" b="1" u="none" strike="noStrike" noProof="0">
                        <a:solidFill>
                          <a:schemeClr val="bg1"/>
                        </a:solidFill>
                      </a:endParaRPr>
                    </a:p>
                    <a:p>
                      <a:pPr lvl="0" algn="l">
                        <a:buNone/>
                      </a:pPr>
                      <a:r>
                        <a:rPr lang="en-US" sz="1200" b="1" u="none" strike="noStrike" noProof="0">
                          <a:solidFill>
                            <a:schemeClr val="bg1"/>
                          </a:solidFill>
                        </a:rPr>
                        <a:t>Context of their work/role</a:t>
                      </a:r>
                      <a:br>
                        <a:rPr lang="en-US" sz="1200" b="1">
                          <a:solidFill>
                            <a:srgbClr val="FFFFFF"/>
                          </a:solidFill>
                        </a:rPr>
                      </a:br>
                      <a:endParaRPr lang="en-US" sz="1200" b="1">
                        <a:solidFill>
                          <a:srgbClr val="FFFFFF"/>
                        </a:solidFill>
                      </a:endParaRPr>
                    </a:p>
                  </a:txBody>
                  <a:tcPr anchor="ctr">
                    <a:lnL w="12700">
                      <a:solidFill>
                        <a:schemeClr val="bg1"/>
                      </a:solidFill>
                    </a:lnL>
                    <a:lnR w="12700">
                      <a:solidFill>
                        <a:schemeClr val="bg1"/>
                      </a:solidFill>
                    </a:lnR>
                    <a:lnT w="12700">
                      <a:solidFill>
                        <a:schemeClr val="bg1"/>
                      </a:solidFill>
                    </a:lnT>
                    <a:lnB w="12700">
                      <a:solidFill>
                        <a:schemeClr val="bg1"/>
                      </a:solidFill>
                    </a:lnB>
                    <a:solidFill>
                      <a:srgbClr val="A6192E"/>
                    </a:solidFill>
                  </a:tcPr>
                </a:tc>
                <a:tc>
                  <a:txBody>
                    <a:bodyPr/>
                    <a:lstStyle/>
                    <a:p>
                      <a:pPr lvl="0" algn="just">
                        <a:buNone/>
                      </a:pPr>
                      <a:r>
                        <a:rPr lang="en-US" sz="1200" b="0" i="0" u="none" strike="noStrike" baseline="0" noProof="0">
                          <a:solidFill>
                            <a:srgbClr val="000000"/>
                          </a:solidFill>
                          <a:latin typeface="Arial"/>
                        </a:rPr>
                        <a:t>Studying socio economics with a strong interest in social equity, community development, and sustainability. Motivated by a desire to make a tangible impact, they are exploring how academic knowledge can be applied beyond the classroom, particularly through involvement with mission-driven organizations like Impact100 and the Australian Communities Foundation (ACF). Her focus is on understanding the intersection of data, community needs, and local solutions.</a:t>
                      </a:r>
                      <a:endParaRPr lang="en-US" sz="1200"/>
                    </a:p>
                  </a:txBody>
                  <a:tcPr anchor="ctr">
                    <a:lnL w="12700">
                      <a:solidFill>
                        <a:schemeClr val="bg1"/>
                      </a:solidFill>
                    </a:lnL>
                    <a:lnR w="12700">
                      <a:solidFill>
                        <a:schemeClr val="bg1"/>
                      </a:solidFill>
                    </a:lnR>
                    <a:lnT w="12700">
                      <a:solidFill>
                        <a:schemeClr val="bg1"/>
                      </a:solidFill>
                    </a:lnT>
                    <a:lnB w="12700">
                      <a:solidFill>
                        <a:schemeClr val="bg1"/>
                      </a:solidFill>
                    </a:lnB>
                    <a:solidFill>
                      <a:srgbClr val="D6D2C4"/>
                    </a:solidFill>
                  </a:tcPr>
                </a:tc>
                <a:extLst>
                  <a:ext uri="{0D108BD9-81ED-4DB2-BD59-A6C34878D82A}">
                    <a16:rowId xmlns:a16="http://schemas.microsoft.com/office/drawing/2014/main" val="1870493171"/>
                  </a:ext>
                </a:extLst>
              </a:tr>
              <a:tr h="1868838">
                <a:tc>
                  <a:txBody>
                    <a:bodyPr/>
                    <a:lstStyle/>
                    <a:p>
                      <a:pPr lvl="0" algn="l">
                        <a:buNone/>
                      </a:pPr>
                      <a:r>
                        <a:rPr lang="en-US" sz="1200" b="1" u="none" strike="noStrike" noProof="0">
                          <a:solidFill>
                            <a:schemeClr val="bg1"/>
                          </a:solidFill>
                        </a:rPr>
                        <a:t>Key activities/ decision making needs and interests</a:t>
                      </a:r>
                      <a:br>
                        <a:rPr lang="en-US" sz="1200" b="1">
                          <a:solidFill>
                            <a:srgbClr val="FFFFFF"/>
                          </a:solidFill>
                        </a:rPr>
                      </a:br>
                      <a:endParaRPr lang="en-US" sz="1200" b="1">
                        <a:solidFill>
                          <a:srgbClr val="FFFFFF"/>
                        </a:solidFill>
                      </a:endParaRPr>
                    </a:p>
                  </a:txBody>
                  <a:tcPr anchor="ctr">
                    <a:lnL w="12700">
                      <a:solidFill>
                        <a:schemeClr val="bg1"/>
                      </a:solidFill>
                    </a:lnL>
                    <a:lnR w="12700">
                      <a:solidFill>
                        <a:schemeClr val="bg1"/>
                      </a:solidFill>
                    </a:lnR>
                    <a:lnT w="12700">
                      <a:solidFill>
                        <a:schemeClr val="bg1"/>
                      </a:solidFill>
                    </a:lnT>
                    <a:lnB w="12700">
                      <a:solidFill>
                        <a:schemeClr val="bg1"/>
                      </a:solidFill>
                    </a:lnB>
                    <a:solidFill>
                      <a:srgbClr val="A6192E"/>
                    </a:solidFill>
                  </a:tcPr>
                </a:tc>
                <a:tc>
                  <a:txBody>
                    <a:bodyPr/>
                    <a:lstStyle/>
                    <a:p>
                      <a:pPr lvl="0" algn="just">
                        <a:buNone/>
                      </a:pPr>
                      <a:r>
                        <a:rPr lang="en-US" sz="1200" b="0" i="0" u="none" strike="noStrike" noProof="0">
                          <a:solidFill>
                            <a:srgbClr val="000000"/>
                          </a:solidFill>
                          <a:latin typeface="Arial"/>
                        </a:rPr>
                        <a:t>Actively researching the 50+ organizations listed under or collaborating with Impact100 and ACF to identify those that align with their academic interests and career goals. Looking for internship or volunteering opportunities that allow them to contribute to impact evaluation, community outreach, or program design. This persona is seeking visibility into how Macquarie University students can partner with or contribute to the mission of Impact100 and ACF, in ways that align with MQ’s commitment to solving real-world problems through student engagement, social responsibility, and collaborative innovation.</a:t>
                      </a:r>
                      <a:endParaRPr lang="en-US" sz="1200" b="0" i="0">
                        <a:latin typeface="Arial"/>
                      </a:endParaRPr>
                    </a:p>
                  </a:txBody>
                  <a:tcPr anchor="ctr">
                    <a:lnL w="12700">
                      <a:solidFill>
                        <a:schemeClr val="bg1"/>
                      </a:solidFill>
                    </a:lnL>
                    <a:lnR w="12700">
                      <a:solidFill>
                        <a:schemeClr val="bg1"/>
                      </a:solidFill>
                    </a:lnR>
                    <a:lnT w="12700">
                      <a:solidFill>
                        <a:schemeClr val="bg1"/>
                      </a:solidFill>
                    </a:lnT>
                    <a:lnB w="12700">
                      <a:solidFill>
                        <a:schemeClr val="bg1"/>
                      </a:solidFill>
                    </a:lnB>
                    <a:solidFill>
                      <a:srgbClr val="E6E4DC"/>
                    </a:solidFill>
                  </a:tcPr>
                </a:tc>
                <a:extLst>
                  <a:ext uri="{0D108BD9-81ED-4DB2-BD59-A6C34878D82A}">
                    <a16:rowId xmlns:a16="http://schemas.microsoft.com/office/drawing/2014/main" val="3852205353"/>
                  </a:ext>
                </a:extLst>
              </a:tr>
            </a:tbl>
          </a:graphicData>
        </a:graphic>
      </p:graphicFrame>
      <p:sp>
        <p:nvSpPr>
          <p:cNvPr id="10" name="Text Placeholder 9">
            <a:extLst>
              <a:ext uri="{FF2B5EF4-FFF2-40B4-BE49-F238E27FC236}">
                <a16:creationId xmlns:a16="http://schemas.microsoft.com/office/drawing/2014/main" id="{87C56146-A11F-E41F-98D5-94DE4E0AE349}"/>
              </a:ext>
            </a:extLst>
          </p:cNvPr>
          <p:cNvSpPr>
            <a:spLocks noGrp="1"/>
          </p:cNvSpPr>
          <p:nvPr>
            <p:ph type="body" sz="quarter" idx="15"/>
          </p:nvPr>
        </p:nvSpPr>
        <p:spPr/>
        <p:txBody>
          <a:bodyPr vert="horz" lIns="0" tIns="0" rIns="0" bIns="0" rtlCol="0" anchor="t">
            <a:normAutofit/>
          </a:bodyPr>
          <a:lstStyle/>
          <a:p>
            <a:r>
              <a:rPr lang="en-US">
                <a:cs typeface="Arial"/>
              </a:rPr>
              <a:t>Persona 3 ( Anisha )</a:t>
            </a:r>
            <a:endParaRPr lang="en-US">
              <a:solidFill>
                <a:srgbClr val="000000"/>
              </a:solidFill>
              <a:cs typeface="Arial"/>
            </a:endParaRPr>
          </a:p>
          <a:p>
            <a:endParaRPr lang="en-US">
              <a:cs typeface="Arial"/>
            </a:endParaRPr>
          </a:p>
        </p:txBody>
      </p:sp>
      <p:sp>
        <p:nvSpPr>
          <p:cNvPr id="12" name="Title 11">
            <a:extLst>
              <a:ext uri="{FF2B5EF4-FFF2-40B4-BE49-F238E27FC236}">
                <a16:creationId xmlns:a16="http://schemas.microsoft.com/office/drawing/2014/main" id="{0C10EDF4-0346-3F5C-F5FC-4B7D4B8165BA}"/>
              </a:ext>
            </a:extLst>
          </p:cNvPr>
          <p:cNvSpPr>
            <a:spLocks noGrp="1"/>
          </p:cNvSpPr>
          <p:nvPr>
            <p:ph type="title"/>
          </p:nvPr>
        </p:nvSpPr>
        <p:spPr/>
        <p:txBody>
          <a:bodyPr/>
          <a:lstStyle/>
          <a:p>
            <a:r>
              <a:rPr lang="en-US">
                <a:cs typeface="Arial"/>
              </a:rPr>
              <a:t>Persona Description</a:t>
            </a:r>
            <a:endParaRPr lang="en-US" b="0">
              <a:cs typeface="Arial"/>
            </a:endParaRPr>
          </a:p>
        </p:txBody>
      </p:sp>
      <p:sp>
        <p:nvSpPr>
          <p:cNvPr id="18" name="Footer Placeholder 3">
            <a:extLst>
              <a:ext uri="{FF2B5EF4-FFF2-40B4-BE49-F238E27FC236}">
                <a16:creationId xmlns:a16="http://schemas.microsoft.com/office/drawing/2014/main" id="{0C378226-76A0-0138-B3AE-64E7DB1D7F8E}"/>
              </a:ext>
            </a:extLst>
          </p:cNvPr>
          <p:cNvSpPr>
            <a:spLocks noGrp="1"/>
          </p:cNvSpPr>
          <p:nvPr>
            <p:ph type="ftr" sz="quarter" idx="11"/>
          </p:nvPr>
        </p:nvSpPr>
        <p:spPr>
          <a:xfrm>
            <a:off x="520950" y="6381330"/>
            <a:ext cx="3978498" cy="365125"/>
          </a:xfrm>
        </p:spPr>
        <p:txBody>
          <a:bodyPr/>
          <a:lstStyle/>
          <a:p>
            <a:r>
              <a:rPr lang="en-AU" sz="1100"/>
              <a:t>Jan Calimquim</a:t>
            </a:r>
            <a:r>
              <a:rPr lang="en-AU"/>
              <a:t> | </a:t>
            </a:r>
            <a:r>
              <a:rPr lang="en-AU">
                <a:ea typeface="+mn-lt"/>
                <a:cs typeface="+mn-lt"/>
              </a:rPr>
              <a:t>46635394 </a:t>
            </a:r>
            <a:endParaRPr lang="en-US">
              <a:cs typeface="Arial"/>
            </a:endParaRPr>
          </a:p>
        </p:txBody>
      </p:sp>
    </p:spTree>
    <p:extLst>
      <p:ext uri="{BB962C8B-B14F-4D97-AF65-F5344CB8AC3E}">
        <p14:creationId xmlns:p14="http://schemas.microsoft.com/office/powerpoint/2010/main" val="2440212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26D43-A574-24B9-71CB-372A7C67FE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B4C948-70A3-EEA4-5D2D-20319882F7A6}"/>
              </a:ext>
            </a:extLst>
          </p:cNvPr>
          <p:cNvSpPr>
            <a:spLocks noGrp="1"/>
          </p:cNvSpPr>
          <p:nvPr>
            <p:ph type="title"/>
          </p:nvPr>
        </p:nvSpPr>
        <p:spPr/>
        <p:txBody>
          <a:bodyPr/>
          <a:lstStyle/>
          <a:p>
            <a:r>
              <a:rPr lang="en-US">
                <a:cs typeface="Arial"/>
              </a:rPr>
              <a:t>Persona 3: Anisha</a:t>
            </a:r>
            <a:endParaRPr lang="en-US"/>
          </a:p>
        </p:txBody>
      </p:sp>
      <p:sp>
        <p:nvSpPr>
          <p:cNvPr id="3" name="Content Placeholder 2">
            <a:extLst>
              <a:ext uri="{FF2B5EF4-FFF2-40B4-BE49-F238E27FC236}">
                <a16:creationId xmlns:a16="http://schemas.microsoft.com/office/drawing/2014/main" id="{FC521403-9863-0838-D5E2-CEB19AECE8B4}"/>
              </a:ext>
            </a:extLst>
          </p:cNvPr>
          <p:cNvSpPr>
            <a:spLocks noGrp="1"/>
          </p:cNvSpPr>
          <p:nvPr>
            <p:ph idx="1"/>
          </p:nvPr>
        </p:nvSpPr>
        <p:spPr>
          <a:xfrm>
            <a:off x="417549" y="1828846"/>
            <a:ext cx="8310173" cy="861139"/>
          </a:xfrm>
        </p:spPr>
        <p:txBody>
          <a:bodyPr vert="horz" lIns="0" tIns="0" rIns="0" bIns="0" rtlCol="0" anchor="t">
            <a:normAutofit/>
          </a:bodyPr>
          <a:lstStyle/>
          <a:p>
            <a:r>
              <a:rPr lang="en-US" b="1">
                <a:cs typeface="Arial"/>
              </a:rPr>
              <a:t>Question 1: Which Sydney LGAs show gaps between socio-economic need and grant-supported organizations, and what local organizations may offer opportunities for volunteering or engagement?</a:t>
            </a:r>
          </a:p>
          <a:p>
            <a:pPr algn="just"/>
            <a:endParaRPr lang="en-US" sz="1600" b="1">
              <a:cs typeface="Arial"/>
            </a:endParaRPr>
          </a:p>
          <a:p>
            <a:pPr marL="285750" indent="-285750">
              <a:buChar char="•"/>
            </a:pPr>
            <a:endParaRPr lang="en-US" sz="1600">
              <a:cs typeface="Arial"/>
            </a:endParaRPr>
          </a:p>
          <a:p>
            <a:pPr marL="285750" indent="-285750">
              <a:buChar char="•"/>
            </a:pPr>
            <a:endParaRPr lang="en-US" sz="1600">
              <a:cs typeface="Arial"/>
            </a:endParaRPr>
          </a:p>
          <a:p>
            <a:pPr marL="285750" indent="-285750">
              <a:buChar char="•"/>
            </a:pPr>
            <a:endParaRPr lang="en-US" sz="1600">
              <a:cs typeface="Arial"/>
            </a:endParaRPr>
          </a:p>
          <a:p>
            <a:endParaRPr lang="en-US" sz="1600">
              <a:cs typeface="Arial"/>
            </a:endParaRPr>
          </a:p>
          <a:p>
            <a:pPr marL="285750" indent="-285750">
              <a:buChar char="•"/>
            </a:pPr>
            <a:endParaRPr lang="en-US" sz="1600">
              <a:cs typeface="Arial"/>
            </a:endParaRPr>
          </a:p>
          <a:p>
            <a:pPr marL="285750" indent="-285750">
              <a:buChar char="•"/>
            </a:pPr>
            <a:endParaRPr lang="en-US" sz="1400">
              <a:cs typeface="Arial"/>
            </a:endParaRPr>
          </a:p>
          <a:p>
            <a:pPr marL="285750" indent="-285750">
              <a:buChar char="•"/>
            </a:pPr>
            <a:endParaRPr lang="en-US" sz="1400">
              <a:cs typeface="Arial"/>
            </a:endParaRPr>
          </a:p>
          <a:p>
            <a:pPr marL="285750" indent="-285750">
              <a:buChar char="•"/>
            </a:pPr>
            <a:endParaRPr lang="en-US" sz="1400">
              <a:cs typeface="Arial"/>
            </a:endParaRPr>
          </a:p>
          <a:p>
            <a:pPr marL="285750" indent="-285750">
              <a:buChar char="•"/>
            </a:pPr>
            <a:endParaRPr lang="en-US" sz="1400">
              <a:cs typeface="Arial"/>
            </a:endParaRPr>
          </a:p>
          <a:p>
            <a:pPr marL="285750" indent="-285750">
              <a:buChar char="•"/>
            </a:pPr>
            <a:endParaRPr lang="en-US" sz="1600">
              <a:cs typeface="Arial"/>
            </a:endParaRPr>
          </a:p>
          <a:p>
            <a:pPr marL="285750" indent="-285750">
              <a:buChar char="•"/>
            </a:pPr>
            <a:endParaRPr lang="en-US" sz="1600">
              <a:cs typeface="Arial"/>
            </a:endParaRPr>
          </a:p>
          <a:p>
            <a:pPr marL="285750" indent="-285750">
              <a:buChar char="•"/>
            </a:pPr>
            <a:endParaRPr lang="en-US" sz="1600">
              <a:cs typeface="Arial"/>
            </a:endParaRPr>
          </a:p>
          <a:p>
            <a:pPr marL="285750" indent="-285750">
              <a:buChar char="•"/>
            </a:pPr>
            <a:endParaRPr lang="en-US" sz="1600">
              <a:cs typeface="Arial"/>
            </a:endParaRPr>
          </a:p>
          <a:p>
            <a:endParaRPr lang="en-US" sz="1600">
              <a:cs typeface="Arial"/>
            </a:endParaRPr>
          </a:p>
          <a:p>
            <a:pPr marL="285750" indent="-285750">
              <a:buChar char="•"/>
            </a:pPr>
            <a:endParaRPr lang="en-US" sz="1600">
              <a:cs typeface="Arial"/>
            </a:endParaRPr>
          </a:p>
          <a:p>
            <a:pPr marL="285750" indent="-285750">
              <a:buChar char="•"/>
            </a:pPr>
            <a:endParaRPr lang="en-US" sz="1600">
              <a:cs typeface="Arial"/>
            </a:endParaRPr>
          </a:p>
          <a:p>
            <a:pPr marL="285750" indent="-285750">
              <a:buChar char="•"/>
            </a:pPr>
            <a:endParaRPr lang="en-US" sz="1600">
              <a:cs typeface="Arial"/>
            </a:endParaRPr>
          </a:p>
          <a:p>
            <a:pPr marL="285750" indent="-285750">
              <a:buChar char="•"/>
            </a:pPr>
            <a:endParaRPr lang="en-US" sz="1600">
              <a:cs typeface="Arial"/>
            </a:endParaRPr>
          </a:p>
          <a:p>
            <a:pPr marL="285750" indent="-285750">
              <a:buChar char="•"/>
            </a:pPr>
            <a:endParaRPr lang="en-US" sz="1600">
              <a:cs typeface="Arial"/>
            </a:endParaRPr>
          </a:p>
          <a:p>
            <a:pPr marL="285750" indent="-285750">
              <a:buChar char="•"/>
            </a:pPr>
            <a:endParaRPr lang="en-US" sz="1600">
              <a:cs typeface="Arial"/>
            </a:endParaRPr>
          </a:p>
          <a:p>
            <a:pPr marL="285750" indent="-285750">
              <a:buChar char="•"/>
            </a:pPr>
            <a:endParaRPr lang="en-US" sz="1600">
              <a:cs typeface="Arial"/>
            </a:endParaRPr>
          </a:p>
          <a:p>
            <a:pPr marL="285750" indent="-285750">
              <a:buChar char="•"/>
            </a:pPr>
            <a:endParaRPr lang="en-US" sz="1600">
              <a:cs typeface="Arial"/>
            </a:endParaRPr>
          </a:p>
          <a:p>
            <a:pPr marL="342900" indent="-342900">
              <a:buChar char="•"/>
            </a:pPr>
            <a:endParaRPr lang="en-US" sz="2000">
              <a:cs typeface="Arial"/>
            </a:endParaRPr>
          </a:p>
        </p:txBody>
      </p:sp>
      <p:sp>
        <p:nvSpPr>
          <p:cNvPr id="5" name="Slide Number Placeholder 4">
            <a:extLst>
              <a:ext uri="{FF2B5EF4-FFF2-40B4-BE49-F238E27FC236}">
                <a16:creationId xmlns:a16="http://schemas.microsoft.com/office/drawing/2014/main" id="{88EC1AC9-1101-320E-9AF9-F95C682DA8EC}"/>
              </a:ext>
            </a:extLst>
          </p:cNvPr>
          <p:cNvSpPr>
            <a:spLocks noGrp="1"/>
          </p:cNvSpPr>
          <p:nvPr>
            <p:ph type="sldNum" sz="quarter" idx="12"/>
          </p:nvPr>
        </p:nvSpPr>
        <p:spPr/>
        <p:txBody>
          <a:bodyPr/>
          <a:lstStyle/>
          <a:p>
            <a:fld id="{D9C42BCC-44E8-4F98-A8FE-EAF16D8C1E6E}" type="slidenum">
              <a:rPr lang="en-AU" smtClean="0"/>
              <a:pPr/>
              <a:t>17</a:t>
            </a:fld>
            <a:endParaRPr lang="en-AU"/>
          </a:p>
        </p:txBody>
      </p:sp>
      <p:sp>
        <p:nvSpPr>
          <p:cNvPr id="6" name="Text Placeholder 5">
            <a:extLst>
              <a:ext uri="{FF2B5EF4-FFF2-40B4-BE49-F238E27FC236}">
                <a16:creationId xmlns:a16="http://schemas.microsoft.com/office/drawing/2014/main" id="{DFD2CC9B-7FB5-B574-5DEC-CB5DB15ED287}"/>
              </a:ext>
            </a:extLst>
          </p:cNvPr>
          <p:cNvSpPr>
            <a:spLocks noGrp="1"/>
          </p:cNvSpPr>
          <p:nvPr>
            <p:ph type="body" sz="quarter" idx="15"/>
          </p:nvPr>
        </p:nvSpPr>
        <p:spPr/>
        <p:txBody>
          <a:bodyPr vert="horz" lIns="0" tIns="0" rIns="0" bIns="0" rtlCol="0" anchor="t">
            <a:normAutofit/>
          </a:bodyPr>
          <a:lstStyle/>
          <a:p>
            <a:r>
              <a:rPr lang="en-US">
                <a:cs typeface="Arial"/>
              </a:rPr>
              <a:t>DV 1</a:t>
            </a:r>
          </a:p>
          <a:p>
            <a:endParaRPr lang="en-US">
              <a:cs typeface="Arial"/>
            </a:endParaRPr>
          </a:p>
        </p:txBody>
      </p:sp>
      <p:sp>
        <p:nvSpPr>
          <p:cNvPr id="8" name="Footer Placeholder 3">
            <a:extLst>
              <a:ext uri="{FF2B5EF4-FFF2-40B4-BE49-F238E27FC236}">
                <a16:creationId xmlns:a16="http://schemas.microsoft.com/office/drawing/2014/main" id="{8B1A352C-6DCA-9994-42BB-DA3AC0F6FCEF}"/>
              </a:ext>
            </a:extLst>
          </p:cNvPr>
          <p:cNvSpPr>
            <a:spLocks noGrp="1"/>
          </p:cNvSpPr>
          <p:nvPr>
            <p:ph type="ftr" sz="quarter" idx="11"/>
          </p:nvPr>
        </p:nvSpPr>
        <p:spPr>
          <a:xfrm>
            <a:off x="520950" y="6381330"/>
            <a:ext cx="3978498" cy="365125"/>
          </a:xfrm>
        </p:spPr>
        <p:txBody>
          <a:bodyPr/>
          <a:lstStyle/>
          <a:p>
            <a:r>
              <a:rPr lang="en-AU" sz="1100"/>
              <a:t>Jan Calimquim</a:t>
            </a:r>
            <a:r>
              <a:rPr lang="en-AU"/>
              <a:t> | </a:t>
            </a:r>
            <a:r>
              <a:rPr lang="en-AU">
                <a:ea typeface="+mn-lt"/>
                <a:cs typeface="+mn-lt"/>
              </a:rPr>
              <a:t>46635394 </a:t>
            </a:r>
            <a:endParaRPr lang="en-US">
              <a:cs typeface="Arial"/>
            </a:endParaRPr>
          </a:p>
        </p:txBody>
      </p:sp>
      <p:pic>
        <p:nvPicPr>
          <p:cNvPr id="4" name="Picture 3" descr="A screenshot of a computer screen&#10;&#10;AI-generated content may be incorrect.">
            <a:extLst>
              <a:ext uri="{FF2B5EF4-FFF2-40B4-BE49-F238E27FC236}">
                <a16:creationId xmlns:a16="http://schemas.microsoft.com/office/drawing/2014/main" id="{BAC49AB1-4689-E2D0-1B34-8EAEF72DF3EF}"/>
              </a:ext>
            </a:extLst>
          </p:cNvPr>
          <p:cNvPicPr>
            <a:picLocks noChangeAspect="1"/>
          </p:cNvPicPr>
          <p:nvPr/>
        </p:nvPicPr>
        <p:blipFill>
          <a:blip r:embed="rId2"/>
          <a:srcRect t="17593" b="4907"/>
          <a:stretch>
            <a:fillRect/>
          </a:stretch>
        </p:blipFill>
        <p:spPr>
          <a:xfrm>
            <a:off x="1111956" y="2691482"/>
            <a:ext cx="6914445" cy="3524832"/>
          </a:xfrm>
          <a:prstGeom prst="rect">
            <a:avLst/>
          </a:prstGeom>
        </p:spPr>
      </p:pic>
    </p:spTree>
    <p:extLst>
      <p:ext uri="{BB962C8B-B14F-4D97-AF65-F5344CB8AC3E}">
        <p14:creationId xmlns:p14="http://schemas.microsoft.com/office/powerpoint/2010/main" val="25503262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7C14F-9A31-D319-86BD-83F271B4EC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02F428-7D1D-7466-8D3F-20E885664185}"/>
              </a:ext>
            </a:extLst>
          </p:cNvPr>
          <p:cNvSpPr>
            <a:spLocks noGrp="1"/>
          </p:cNvSpPr>
          <p:nvPr>
            <p:ph type="title"/>
          </p:nvPr>
        </p:nvSpPr>
        <p:spPr/>
        <p:txBody>
          <a:bodyPr/>
          <a:lstStyle/>
          <a:p>
            <a:r>
              <a:rPr lang="en-US">
                <a:cs typeface="Arial"/>
              </a:rPr>
              <a:t>Persona 3: Anisha</a:t>
            </a:r>
            <a:endParaRPr lang="en-US"/>
          </a:p>
        </p:txBody>
      </p:sp>
      <p:sp>
        <p:nvSpPr>
          <p:cNvPr id="3" name="Content Placeholder 2">
            <a:extLst>
              <a:ext uri="{FF2B5EF4-FFF2-40B4-BE49-F238E27FC236}">
                <a16:creationId xmlns:a16="http://schemas.microsoft.com/office/drawing/2014/main" id="{D9F3ACEE-172D-DB4F-4C50-2230BF591728}"/>
              </a:ext>
            </a:extLst>
          </p:cNvPr>
          <p:cNvSpPr>
            <a:spLocks noGrp="1"/>
          </p:cNvSpPr>
          <p:nvPr>
            <p:ph idx="1"/>
          </p:nvPr>
        </p:nvSpPr>
        <p:spPr>
          <a:xfrm>
            <a:off x="417549" y="1828846"/>
            <a:ext cx="8310173" cy="4311475"/>
          </a:xfrm>
        </p:spPr>
        <p:txBody>
          <a:bodyPr vert="horz" lIns="0" tIns="0" rIns="0" bIns="0" rtlCol="0" anchor="t">
            <a:normAutofit fontScale="92500" lnSpcReduction="20000"/>
          </a:bodyPr>
          <a:lstStyle/>
          <a:p>
            <a:r>
              <a:rPr lang="en-US" b="1">
                <a:cs typeface="Arial"/>
              </a:rPr>
              <a:t>Question 1: Which Sydney LGAs show gaps between socio-economic need and grant-supported organizations, and what local organizations may offer opportunities for volunteering or engagement?</a:t>
            </a:r>
          </a:p>
          <a:p>
            <a:pPr algn="just"/>
            <a:endParaRPr lang="en-US" sz="1600" b="1">
              <a:cs typeface="Arial"/>
            </a:endParaRPr>
          </a:p>
          <a:p>
            <a:pPr marL="285750" indent="-285750" algn="just">
              <a:buChar char="•"/>
            </a:pPr>
            <a:r>
              <a:rPr lang="en-US" sz="1400">
                <a:cs typeface="Arial"/>
              </a:rPr>
              <a:t>Canterbury-Bankstown, Blue Mountains, Blacktown LGAs display high levels of socio-economic need</a:t>
            </a:r>
          </a:p>
          <a:p>
            <a:pPr algn="just"/>
            <a:endParaRPr lang="en-US" sz="1400">
              <a:cs typeface="Arial"/>
            </a:endParaRPr>
          </a:p>
          <a:p>
            <a:pPr marL="285750" indent="-285750" algn="just">
              <a:buChar char="•"/>
            </a:pPr>
            <a:r>
              <a:rPr lang="en-US" sz="1400">
                <a:cs typeface="Arial"/>
              </a:rPr>
              <a:t>Cumberland LGA – most socially disadvantaged</a:t>
            </a:r>
          </a:p>
          <a:p>
            <a:pPr algn="just"/>
            <a:endParaRPr lang="en-US" sz="1400">
              <a:cs typeface="Arial"/>
            </a:endParaRPr>
          </a:p>
          <a:p>
            <a:pPr marL="285750" indent="-285750" algn="just">
              <a:buChar char="•"/>
            </a:pPr>
            <a:r>
              <a:rPr lang="en-US" sz="1400">
                <a:cs typeface="Arial"/>
              </a:rPr>
              <a:t>Minimal amount of organizations/grants given in underserved LGAs – 1-2 organizations per LGA</a:t>
            </a:r>
          </a:p>
          <a:p>
            <a:pPr algn="just"/>
            <a:endParaRPr lang="en-US" sz="1400">
              <a:cs typeface="Arial"/>
            </a:endParaRPr>
          </a:p>
          <a:p>
            <a:pPr marL="285750" indent="-285750" algn="just">
              <a:buChar char="•"/>
            </a:pPr>
            <a:r>
              <a:rPr lang="en-US" sz="1400">
                <a:cs typeface="Arial"/>
              </a:rPr>
              <a:t>Sydney LGA gathers the most organizations and grants, despite relatively higher SEI – 19 organizations across Impact100 and ACF initiatives</a:t>
            </a:r>
          </a:p>
          <a:p>
            <a:pPr algn="just"/>
            <a:endParaRPr lang="en-US" sz="1400">
              <a:cs typeface="Arial"/>
            </a:endParaRPr>
          </a:p>
          <a:p>
            <a:pPr marL="285750" indent="-285750" algn="just">
              <a:buChar char="•"/>
            </a:pPr>
            <a:r>
              <a:rPr lang="en-US" sz="1400">
                <a:cs typeface="Arial"/>
              </a:rPr>
              <a:t>Organizations under the higher-need LGAs offer volunteering opportunities </a:t>
            </a:r>
          </a:p>
          <a:p>
            <a:pPr algn="just"/>
            <a:endParaRPr lang="en-US" sz="1400">
              <a:cs typeface="Arial"/>
            </a:endParaRPr>
          </a:p>
          <a:p>
            <a:pPr marL="285750" indent="-285750" algn="just">
              <a:buChar char="•"/>
            </a:pPr>
            <a:r>
              <a:rPr lang="en-US" sz="1400">
                <a:cs typeface="Arial"/>
              </a:rPr>
              <a:t>Volunteering/engagement opportunities typically present in organizations that received substantial grant amounts </a:t>
            </a:r>
          </a:p>
          <a:p>
            <a:pPr marL="285750" indent="-285750" algn="just">
              <a:buChar char="•"/>
            </a:pPr>
            <a:endParaRPr lang="en-US" sz="1400">
              <a:cs typeface="Arial"/>
            </a:endParaRPr>
          </a:p>
          <a:p>
            <a:pPr marL="285750" indent="-285750" algn="just">
              <a:buChar char="•"/>
            </a:pPr>
            <a:r>
              <a:rPr lang="en-US" sz="1400">
                <a:cs typeface="Arial"/>
              </a:rPr>
              <a:t>Well-established organizations, structured programs</a:t>
            </a:r>
          </a:p>
          <a:p>
            <a:pPr marL="285750" indent="-285750" algn="just">
              <a:buChar char="•"/>
            </a:pPr>
            <a:endParaRPr lang="en-US" sz="1400">
              <a:cs typeface="Arial"/>
            </a:endParaRPr>
          </a:p>
          <a:p>
            <a:pPr marL="285750" indent="-285750" algn="just">
              <a:buChar char="•"/>
            </a:pPr>
            <a:r>
              <a:rPr lang="en-US" sz="1400">
                <a:cs typeface="Arial"/>
              </a:rPr>
              <a:t>Opportunities catered to interests or skillset</a:t>
            </a:r>
          </a:p>
          <a:p>
            <a:pPr marL="285750" indent="-285750">
              <a:buChar char="•"/>
            </a:pPr>
            <a:endParaRPr lang="en-US" sz="1600">
              <a:cs typeface="Arial"/>
            </a:endParaRPr>
          </a:p>
          <a:p>
            <a:pPr marL="285750" indent="-285750">
              <a:buChar char="•"/>
            </a:pPr>
            <a:endParaRPr lang="en-US" sz="1600">
              <a:cs typeface="Arial"/>
            </a:endParaRPr>
          </a:p>
          <a:p>
            <a:pPr marL="285750" indent="-285750">
              <a:buChar char="•"/>
            </a:pPr>
            <a:endParaRPr lang="en-US" sz="1600">
              <a:cs typeface="Arial"/>
            </a:endParaRPr>
          </a:p>
          <a:p>
            <a:endParaRPr lang="en-US" sz="1600">
              <a:cs typeface="Arial"/>
            </a:endParaRPr>
          </a:p>
          <a:p>
            <a:pPr marL="285750" indent="-285750">
              <a:buChar char="•"/>
            </a:pPr>
            <a:endParaRPr lang="en-US" sz="1600">
              <a:cs typeface="Arial"/>
            </a:endParaRPr>
          </a:p>
          <a:p>
            <a:pPr marL="285750" indent="-285750">
              <a:buChar char="•"/>
            </a:pPr>
            <a:endParaRPr lang="en-US" sz="1400">
              <a:cs typeface="Arial"/>
            </a:endParaRPr>
          </a:p>
          <a:p>
            <a:pPr marL="285750" indent="-285750">
              <a:buChar char="•"/>
            </a:pPr>
            <a:endParaRPr lang="en-US" sz="1400">
              <a:cs typeface="Arial"/>
            </a:endParaRPr>
          </a:p>
          <a:p>
            <a:pPr marL="285750" indent="-285750">
              <a:buChar char="•"/>
            </a:pPr>
            <a:endParaRPr lang="en-US" sz="1400">
              <a:cs typeface="Arial"/>
            </a:endParaRPr>
          </a:p>
          <a:p>
            <a:pPr marL="285750" indent="-285750">
              <a:buChar char="•"/>
            </a:pPr>
            <a:endParaRPr lang="en-US" sz="1400">
              <a:cs typeface="Arial"/>
            </a:endParaRPr>
          </a:p>
          <a:p>
            <a:pPr marL="285750" indent="-285750">
              <a:buChar char="•"/>
            </a:pPr>
            <a:endParaRPr lang="en-US" sz="1600">
              <a:cs typeface="Arial"/>
            </a:endParaRPr>
          </a:p>
          <a:p>
            <a:pPr marL="285750" indent="-285750">
              <a:buChar char="•"/>
            </a:pPr>
            <a:endParaRPr lang="en-US" sz="1600">
              <a:cs typeface="Arial"/>
            </a:endParaRPr>
          </a:p>
          <a:p>
            <a:pPr marL="285750" indent="-285750">
              <a:buChar char="•"/>
            </a:pPr>
            <a:endParaRPr lang="en-US" sz="1600">
              <a:cs typeface="Arial"/>
            </a:endParaRPr>
          </a:p>
          <a:p>
            <a:pPr marL="285750" indent="-285750">
              <a:buChar char="•"/>
            </a:pPr>
            <a:endParaRPr lang="en-US" sz="1600">
              <a:cs typeface="Arial"/>
            </a:endParaRPr>
          </a:p>
          <a:p>
            <a:endParaRPr lang="en-US" sz="1600">
              <a:cs typeface="Arial"/>
            </a:endParaRPr>
          </a:p>
          <a:p>
            <a:pPr marL="285750" indent="-285750">
              <a:buChar char="•"/>
            </a:pPr>
            <a:endParaRPr lang="en-US" sz="1600">
              <a:cs typeface="Arial"/>
            </a:endParaRPr>
          </a:p>
          <a:p>
            <a:pPr marL="285750" indent="-285750">
              <a:buChar char="•"/>
            </a:pPr>
            <a:endParaRPr lang="en-US" sz="1600">
              <a:cs typeface="Arial"/>
            </a:endParaRPr>
          </a:p>
          <a:p>
            <a:pPr marL="285750" indent="-285750">
              <a:buChar char="•"/>
            </a:pPr>
            <a:endParaRPr lang="en-US" sz="1600">
              <a:cs typeface="Arial"/>
            </a:endParaRPr>
          </a:p>
          <a:p>
            <a:pPr marL="285750" indent="-285750">
              <a:buChar char="•"/>
            </a:pPr>
            <a:endParaRPr lang="en-US" sz="1600">
              <a:cs typeface="Arial"/>
            </a:endParaRPr>
          </a:p>
          <a:p>
            <a:pPr marL="285750" indent="-285750">
              <a:buChar char="•"/>
            </a:pPr>
            <a:endParaRPr lang="en-US" sz="1600">
              <a:cs typeface="Arial"/>
            </a:endParaRPr>
          </a:p>
          <a:p>
            <a:pPr marL="285750" indent="-285750">
              <a:buChar char="•"/>
            </a:pPr>
            <a:endParaRPr lang="en-US" sz="1600">
              <a:cs typeface="Arial"/>
            </a:endParaRPr>
          </a:p>
          <a:p>
            <a:pPr marL="285750" indent="-285750">
              <a:buChar char="•"/>
            </a:pPr>
            <a:endParaRPr lang="en-US" sz="1600">
              <a:cs typeface="Arial"/>
            </a:endParaRPr>
          </a:p>
          <a:p>
            <a:pPr marL="285750" indent="-285750">
              <a:buChar char="•"/>
            </a:pPr>
            <a:endParaRPr lang="en-US" sz="1600">
              <a:cs typeface="Arial"/>
            </a:endParaRPr>
          </a:p>
          <a:p>
            <a:pPr marL="342900" indent="-342900">
              <a:buChar char="•"/>
            </a:pPr>
            <a:endParaRPr lang="en-US" sz="2000">
              <a:cs typeface="Arial"/>
            </a:endParaRPr>
          </a:p>
        </p:txBody>
      </p:sp>
      <p:sp>
        <p:nvSpPr>
          <p:cNvPr id="5" name="Slide Number Placeholder 4">
            <a:extLst>
              <a:ext uri="{FF2B5EF4-FFF2-40B4-BE49-F238E27FC236}">
                <a16:creationId xmlns:a16="http://schemas.microsoft.com/office/drawing/2014/main" id="{B6854A37-699D-CEC6-8DBA-8BAFE2F89C10}"/>
              </a:ext>
            </a:extLst>
          </p:cNvPr>
          <p:cNvSpPr>
            <a:spLocks noGrp="1"/>
          </p:cNvSpPr>
          <p:nvPr>
            <p:ph type="sldNum" sz="quarter" idx="12"/>
          </p:nvPr>
        </p:nvSpPr>
        <p:spPr/>
        <p:txBody>
          <a:bodyPr/>
          <a:lstStyle/>
          <a:p>
            <a:fld id="{D9C42BCC-44E8-4F98-A8FE-EAF16D8C1E6E}" type="slidenum">
              <a:rPr lang="en-AU" smtClean="0"/>
              <a:pPr/>
              <a:t>18</a:t>
            </a:fld>
            <a:endParaRPr lang="en-AU"/>
          </a:p>
        </p:txBody>
      </p:sp>
      <p:sp>
        <p:nvSpPr>
          <p:cNvPr id="6" name="Text Placeholder 5">
            <a:extLst>
              <a:ext uri="{FF2B5EF4-FFF2-40B4-BE49-F238E27FC236}">
                <a16:creationId xmlns:a16="http://schemas.microsoft.com/office/drawing/2014/main" id="{78D64C42-5081-4A76-D21D-E8EDDB2E4098}"/>
              </a:ext>
            </a:extLst>
          </p:cNvPr>
          <p:cNvSpPr>
            <a:spLocks noGrp="1"/>
          </p:cNvSpPr>
          <p:nvPr>
            <p:ph type="body" sz="quarter" idx="15"/>
          </p:nvPr>
        </p:nvSpPr>
        <p:spPr/>
        <p:txBody>
          <a:bodyPr vert="horz" lIns="0" tIns="0" rIns="0" bIns="0" rtlCol="0" anchor="t">
            <a:normAutofit/>
          </a:bodyPr>
          <a:lstStyle/>
          <a:p>
            <a:r>
              <a:rPr lang="en-US">
                <a:cs typeface="Arial"/>
              </a:rPr>
              <a:t>DV 1</a:t>
            </a:r>
          </a:p>
          <a:p>
            <a:endParaRPr lang="en-US">
              <a:cs typeface="Arial"/>
            </a:endParaRPr>
          </a:p>
        </p:txBody>
      </p:sp>
      <p:sp>
        <p:nvSpPr>
          <p:cNvPr id="8" name="Footer Placeholder 3">
            <a:extLst>
              <a:ext uri="{FF2B5EF4-FFF2-40B4-BE49-F238E27FC236}">
                <a16:creationId xmlns:a16="http://schemas.microsoft.com/office/drawing/2014/main" id="{27D9A321-12A2-A8C8-2F39-FEB1B6A93E31}"/>
              </a:ext>
            </a:extLst>
          </p:cNvPr>
          <p:cNvSpPr>
            <a:spLocks noGrp="1"/>
          </p:cNvSpPr>
          <p:nvPr>
            <p:ph type="ftr" sz="quarter" idx="11"/>
          </p:nvPr>
        </p:nvSpPr>
        <p:spPr>
          <a:xfrm>
            <a:off x="520950" y="6381330"/>
            <a:ext cx="3978498" cy="365125"/>
          </a:xfrm>
        </p:spPr>
        <p:txBody>
          <a:bodyPr/>
          <a:lstStyle/>
          <a:p>
            <a:r>
              <a:rPr lang="en-AU" sz="1100"/>
              <a:t>Jan Calimquim</a:t>
            </a:r>
            <a:r>
              <a:rPr lang="en-AU"/>
              <a:t> | </a:t>
            </a:r>
            <a:r>
              <a:rPr lang="en-AU">
                <a:ea typeface="+mn-lt"/>
                <a:cs typeface="+mn-lt"/>
              </a:rPr>
              <a:t>46635394 </a:t>
            </a:r>
            <a:endParaRPr lang="en-US">
              <a:cs typeface="Arial"/>
            </a:endParaRPr>
          </a:p>
        </p:txBody>
      </p:sp>
    </p:spTree>
    <p:extLst>
      <p:ext uri="{BB962C8B-B14F-4D97-AF65-F5344CB8AC3E}">
        <p14:creationId xmlns:p14="http://schemas.microsoft.com/office/powerpoint/2010/main" val="365350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AE461-38EB-4085-E38B-3A792EB99520}"/>
              </a:ext>
            </a:extLst>
          </p:cNvPr>
          <p:cNvSpPr>
            <a:spLocks noGrp="1"/>
          </p:cNvSpPr>
          <p:nvPr>
            <p:ph type="title"/>
          </p:nvPr>
        </p:nvSpPr>
        <p:spPr/>
        <p:txBody>
          <a:bodyPr/>
          <a:lstStyle/>
          <a:p>
            <a:r>
              <a:rPr lang="en-US">
                <a:cs typeface="Arial"/>
              </a:rPr>
              <a:t>Persona 3: Anisha</a:t>
            </a:r>
            <a:endParaRPr lang="en-US"/>
          </a:p>
        </p:txBody>
      </p:sp>
      <p:sp>
        <p:nvSpPr>
          <p:cNvPr id="3" name="Content Placeholder 2">
            <a:extLst>
              <a:ext uri="{FF2B5EF4-FFF2-40B4-BE49-F238E27FC236}">
                <a16:creationId xmlns:a16="http://schemas.microsoft.com/office/drawing/2014/main" id="{923A72A5-A0FF-373A-E146-7B88DFC18E72}"/>
              </a:ext>
            </a:extLst>
          </p:cNvPr>
          <p:cNvSpPr>
            <a:spLocks noGrp="1"/>
          </p:cNvSpPr>
          <p:nvPr>
            <p:ph idx="1"/>
          </p:nvPr>
        </p:nvSpPr>
        <p:spPr>
          <a:xfrm>
            <a:off x="528712" y="1699023"/>
            <a:ext cx="8122577" cy="885297"/>
          </a:xfrm>
        </p:spPr>
        <p:txBody>
          <a:bodyPr vert="horz" lIns="0" tIns="0" rIns="0" bIns="0" rtlCol="0" anchor="t">
            <a:noAutofit/>
          </a:bodyPr>
          <a:lstStyle/>
          <a:p>
            <a:r>
              <a:rPr lang="en-US" b="1" dirty="0">
                <a:cs typeface="Arial"/>
              </a:rPr>
              <a:t>Question 2: Which focus areas and </a:t>
            </a:r>
            <a:r>
              <a:rPr lang="en-US" b="1" dirty="0" err="1">
                <a:cs typeface="Arial"/>
              </a:rPr>
              <a:t>organisations</a:t>
            </a:r>
            <a:r>
              <a:rPr lang="en-US" b="1" dirty="0">
                <a:cs typeface="Arial"/>
              </a:rPr>
              <a:t> offer the most relevant engagement opportunities for Macquarie students based on their field of study?</a:t>
            </a:r>
          </a:p>
          <a:p>
            <a:endParaRPr lang="en-US" sz="1600" dirty="0">
              <a:cs typeface="Arial"/>
            </a:endParaRPr>
          </a:p>
        </p:txBody>
      </p:sp>
      <p:sp>
        <p:nvSpPr>
          <p:cNvPr id="5" name="Slide Number Placeholder 4">
            <a:extLst>
              <a:ext uri="{FF2B5EF4-FFF2-40B4-BE49-F238E27FC236}">
                <a16:creationId xmlns:a16="http://schemas.microsoft.com/office/drawing/2014/main" id="{FAD283E1-C559-0407-4113-15C07E41212D}"/>
              </a:ext>
            </a:extLst>
          </p:cNvPr>
          <p:cNvSpPr>
            <a:spLocks noGrp="1"/>
          </p:cNvSpPr>
          <p:nvPr>
            <p:ph type="sldNum" sz="quarter" idx="12"/>
          </p:nvPr>
        </p:nvSpPr>
        <p:spPr/>
        <p:txBody>
          <a:bodyPr/>
          <a:lstStyle/>
          <a:p>
            <a:fld id="{D9C42BCC-44E8-4F98-A8FE-EAF16D8C1E6E}" type="slidenum">
              <a:rPr lang="en-AU" smtClean="0"/>
              <a:pPr/>
              <a:t>19</a:t>
            </a:fld>
            <a:endParaRPr lang="en-AU"/>
          </a:p>
        </p:txBody>
      </p:sp>
      <p:sp>
        <p:nvSpPr>
          <p:cNvPr id="6" name="Text Placeholder 5">
            <a:extLst>
              <a:ext uri="{FF2B5EF4-FFF2-40B4-BE49-F238E27FC236}">
                <a16:creationId xmlns:a16="http://schemas.microsoft.com/office/drawing/2014/main" id="{470038FB-4C8F-7586-EE20-2502C48BDA90}"/>
              </a:ext>
            </a:extLst>
          </p:cNvPr>
          <p:cNvSpPr>
            <a:spLocks noGrp="1"/>
          </p:cNvSpPr>
          <p:nvPr>
            <p:ph type="body" sz="quarter" idx="15"/>
          </p:nvPr>
        </p:nvSpPr>
        <p:spPr/>
        <p:txBody>
          <a:bodyPr vert="horz" lIns="0" tIns="0" rIns="0" bIns="0" rtlCol="0" anchor="t">
            <a:normAutofit/>
          </a:bodyPr>
          <a:lstStyle/>
          <a:p>
            <a:r>
              <a:rPr lang="en-US">
                <a:cs typeface="Arial"/>
              </a:rPr>
              <a:t>DV 2</a:t>
            </a:r>
            <a:endParaRPr lang="en-US"/>
          </a:p>
        </p:txBody>
      </p:sp>
      <p:sp>
        <p:nvSpPr>
          <p:cNvPr id="8" name="Footer Placeholder 3">
            <a:extLst>
              <a:ext uri="{FF2B5EF4-FFF2-40B4-BE49-F238E27FC236}">
                <a16:creationId xmlns:a16="http://schemas.microsoft.com/office/drawing/2014/main" id="{9625848E-5E9F-614E-7313-AD00E422854C}"/>
              </a:ext>
            </a:extLst>
          </p:cNvPr>
          <p:cNvSpPr>
            <a:spLocks noGrp="1"/>
          </p:cNvSpPr>
          <p:nvPr>
            <p:ph type="ftr" sz="quarter" idx="11"/>
          </p:nvPr>
        </p:nvSpPr>
        <p:spPr>
          <a:xfrm>
            <a:off x="520950" y="6381330"/>
            <a:ext cx="3978498" cy="365125"/>
          </a:xfrm>
        </p:spPr>
        <p:txBody>
          <a:bodyPr/>
          <a:lstStyle/>
          <a:p>
            <a:r>
              <a:rPr lang="en-AU" sz="1100"/>
              <a:t>Zin </a:t>
            </a:r>
            <a:r>
              <a:rPr lang="en-AU" sz="1100" err="1"/>
              <a:t>Zin</a:t>
            </a:r>
            <a:r>
              <a:rPr lang="en-AU" sz="1100"/>
              <a:t> Aye Chan</a:t>
            </a:r>
            <a:r>
              <a:rPr lang="en-AU"/>
              <a:t> |</a:t>
            </a:r>
            <a:r>
              <a:rPr lang="en-AU">
                <a:ea typeface="+mn-lt"/>
                <a:cs typeface="+mn-lt"/>
              </a:rPr>
              <a:t> 46866531 </a:t>
            </a:r>
            <a:endParaRPr lang="en-US">
              <a:cs typeface="Arial"/>
            </a:endParaRPr>
          </a:p>
        </p:txBody>
      </p:sp>
      <p:pic>
        <p:nvPicPr>
          <p:cNvPr id="4" name="Picture 3" descr="A screenshot of a computer&#10;&#10;AI-generated content may be incorrect.">
            <a:extLst>
              <a:ext uri="{FF2B5EF4-FFF2-40B4-BE49-F238E27FC236}">
                <a16:creationId xmlns:a16="http://schemas.microsoft.com/office/drawing/2014/main" id="{D5029404-7C2B-CB4C-52C2-275B2C893E08}"/>
              </a:ext>
            </a:extLst>
          </p:cNvPr>
          <p:cNvPicPr>
            <a:picLocks noChangeAspect="1"/>
          </p:cNvPicPr>
          <p:nvPr/>
        </p:nvPicPr>
        <p:blipFill>
          <a:blip r:embed="rId2"/>
          <a:srcRect t="17593" b="5093"/>
          <a:stretch>
            <a:fillRect/>
          </a:stretch>
        </p:blipFill>
        <p:spPr>
          <a:xfrm>
            <a:off x="999067" y="2584237"/>
            <a:ext cx="7179734" cy="3699822"/>
          </a:xfrm>
          <a:prstGeom prst="rect">
            <a:avLst/>
          </a:prstGeom>
        </p:spPr>
      </p:pic>
    </p:spTree>
    <p:extLst>
      <p:ext uri="{BB962C8B-B14F-4D97-AF65-F5344CB8AC3E}">
        <p14:creationId xmlns:p14="http://schemas.microsoft.com/office/powerpoint/2010/main" val="28466090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1A135-8D58-2B73-5670-AE752CE0E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EA7560-9C51-E492-4F74-F8A204926A97}"/>
              </a:ext>
            </a:extLst>
          </p:cNvPr>
          <p:cNvSpPr>
            <a:spLocks noGrp="1"/>
          </p:cNvSpPr>
          <p:nvPr>
            <p:ph type="title"/>
          </p:nvPr>
        </p:nvSpPr>
        <p:spPr/>
        <p:txBody>
          <a:bodyPr/>
          <a:lstStyle/>
          <a:p>
            <a:r>
              <a:rPr lang="en-US">
                <a:cs typeface="Arial"/>
              </a:rPr>
              <a:t>Persona 3: Anisha</a:t>
            </a:r>
            <a:endParaRPr lang="en-US"/>
          </a:p>
        </p:txBody>
      </p:sp>
      <p:sp>
        <p:nvSpPr>
          <p:cNvPr id="3" name="Content Placeholder 2">
            <a:extLst>
              <a:ext uri="{FF2B5EF4-FFF2-40B4-BE49-F238E27FC236}">
                <a16:creationId xmlns:a16="http://schemas.microsoft.com/office/drawing/2014/main" id="{2E354EDD-3958-551E-D7EB-125E69EC2B15}"/>
              </a:ext>
            </a:extLst>
          </p:cNvPr>
          <p:cNvSpPr>
            <a:spLocks noGrp="1"/>
          </p:cNvSpPr>
          <p:nvPr>
            <p:ph idx="1"/>
          </p:nvPr>
        </p:nvSpPr>
        <p:spPr>
          <a:xfrm>
            <a:off x="523068" y="1682090"/>
            <a:ext cx="8128221" cy="4700941"/>
          </a:xfrm>
        </p:spPr>
        <p:txBody>
          <a:bodyPr vert="horz" lIns="0" tIns="0" rIns="0" bIns="0" rtlCol="0" anchor="t">
            <a:noAutofit/>
          </a:bodyPr>
          <a:lstStyle/>
          <a:p>
            <a:r>
              <a:rPr lang="en-US" b="1">
                <a:cs typeface="Arial"/>
              </a:rPr>
              <a:t>Question 2: Which focus areas and </a:t>
            </a:r>
            <a:r>
              <a:rPr lang="en-US" b="1" err="1">
                <a:cs typeface="Arial"/>
              </a:rPr>
              <a:t>organisations</a:t>
            </a:r>
            <a:r>
              <a:rPr lang="en-US" b="1">
                <a:cs typeface="Arial"/>
              </a:rPr>
              <a:t> offer the most relevant engagement opportunities for Macquarie students based on their field of study?</a:t>
            </a:r>
          </a:p>
          <a:p>
            <a:endParaRPr lang="en-US" sz="1600">
              <a:cs typeface="Arial"/>
            </a:endParaRPr>
          </a:p>
          <a:p>
            <a:r>
              <a:rPr lang="en-US" sz="1600">
                <a:ea typeface="+mn-lt"/>
                <a:cs typeface="+mn-lt"/>
              </a:rPr>
              <a:t>Anisha can identify key trends in:</a:t>
            </a:r>
            <a:endParaRPr lang="en-US" sz="1600">
              <a:cs typeface="Arial"/>
            </a:endParaRPr>
          </a:p>
          <a:p>
            <a:pPr marL="285750" indent="-285750">
              <a:buFont typeface="Arial"/>
              <a:buChar char="•"/>
            </a:pPr>
            <a:r>
              <a:rPr lang="en-US" sz="1600">
                <a:ea typeface="+mn-lt"/>
                <a:cs typeface="+mn-lt"/>
              </a:rPr>
              <a:t>Which </a:t>
            </a:r>
            <a:r>
              <a:rPr lang="en-US" sz="1600" b="1">
                <a:ea typeface="+mn-lt"/>
                <a:cs typeface="+mn-lt"/>
              </a:rPr>
              <a:t>focus areas</a:t>
            </a:r>
            <a:r>
              <a:rPr lang="en-US" sz="1600">
                <a:ea typeface="+mn-lt"/>
                <a:cs typeface="+mn-lt"/>
              </a:rPr>
              <a:t> </a:t>
            </a:r>
            <a:r>
              <a:rPr lang="en-US" sz="1600" err="1">
                <a:ea typeface="+mn-lt"/>
                <a:cs typeface="+mn-lt"/>
              </a:rPr>
              <a:t>organisations</a:t>
            </a:r>
            <a:r>
              <a:rPr lang="en-US" sz="1600">
                <a:ea typeface="+mn-lt"/>
                <a:cs typeface="+mn-lt"/>
              </a:rPr>
              <a:t> are contributing to</a:t>
            </a:r>
          </a:p>
          <a:p>
            <a:pPr marL="285750" indent="-285750">
              <a:buFont typeface="Arial"/>
              <a:buChar char="•"/>
            </a:pPr>
            <a:r>
              <a:rPr lang="en-US" sz="1600">
                <a:ea typeface="+mn-lt"/>
                <a:cs typeface="+mn-lt"/>
              </a:rPr>
              <a:t>Which </a:t>
            </a:r>
            <a:r>
              <a:rPr lang="en-US" sz="1600" b="1">
                <a:ea typeface="+mn-lt"/>
                <a:cs typeface="+mn-lt"/>
              </a:rPr>
              <a:t>study areas</a:t>
            </a:r>
            <a:r>
              <a:rPr lang="en-US" sz="1600">
                <a:ea typeface="+mn-lt"/>
                <a:cs typeface="+mn-lt"/>
              </a:rPr>
              <a:t> Macquarie students are studying </a:t>
            </a:r>
            <a:endParaRPr lang="en-US" sz="1600">
              <a:cs typeface="Arial"/>
            </a:endParaRPr>
          </a:p>
          <a:p>
            <a:endParaRPr lang="en-US" sz="1600">
              <a:ea typeface="+mn-lt"/>
              <a:cs typeface="+mn-lt"/>
            </a:endParaRPr>
          </a:p>
          <a:p>
            <a:r>
              <a:rPr lang="en-US" sz="1600">
                <a:ea typeface="+mn-lt"/>
                <a:cs typeface="+mn-lt"/>
              </a:rPr>
              <a:t>Students can filter the table by </a:t>
            </a:r>
            <a:r>
              <a:rPr lang="en-US" sz="1600" b="1">
                <a:ea typeface="+mn-lt"/>
                <a:cs typeface="+mn-lt"/>
              </a:rPr>
              <a:t>major</a:t>
            </a:r>
            <a:r>
              <a:rPr lang="en-US" sz="1600">
                <a:ea typeface="+mn-lt"/>
                <a:cs typeface="+mn-lt"/>
              </a:rPr>
              <a:t> to view:</a:t>
            </a:r>
            <a:endParaRPr lang="en-US" sz="1600" b="1">
              <a:ea typeface="+mn-lt"/>
              <a:cs typeface="+mn-lt"/>
            </a:endParaRPr>
          </a:p>
          <a:p>
            <a:pPr marL="342900" indent="-342900">
              <a:buChar char="•"/>
            </a:pPr>
            <a:r>
              <a:rPr lang="en-US" sz="1600">
                <a:ea typeface="+mn-lt"/>
                <a:cs typeface="+mn-lt"/>
              </a:rPr>
              <a:t>Relevant </a:t>
            </a:r>
            <a:r>
              <a:rPr lang="en-US" sz="1600" b="1" err="1">
                <a:ea typeface="+mn-lt"/>
                <a:cs typeface="+mn-lt"/>
              </a:rPr>
              <a:t>organisations</a:t>
            </a:r>
            <a:endParaRPr lang="en-US" sz="1600" b="1">
              <a:ea typeface="+mn-lt"/>
              <a:cs typeface="+mn-lt"/>
            </a:endParaRPr>
          </a:p>
          <a:p>
            <a:pPr marL="342900" indent="-342900">
              <a:buChar char="•"/>
            </a:pPr>
            <a:r>
              <a:rPr lang="en-US" sz="1600">
                <a:ea typeface="+mn-lt"/>
                <a:cs typeface="+mn-lt"/>
              </a:rPr>
              <a:t>Linked </a:t>
            </a:r>
            <a:r>
              <a:rPr lang="en-US" sz="1600" b="1">
                <a:ea typeface="+mn-lt"/>
                <a:cs typeface="+mn-lt"/>
              </a:rPr>
              <a:t>focus areas</a:t>
            </a:r>
          </a:p>
          <a:p>
            <a:pPr marL="342900" indent="-342900">
              <a:buChar char="•"/>
            </a:pPr>
            <a:r>
              <a:rPr lang="en-US" sz="1600">
                <a:ea typeface="+mn-lt"/>
                <a:cs typeface="+mn-lt"/>
              </a:rPr>
              <a:t>Availability of </a:t>
            </a:r>
            <a:r>
              <a:rPr lang="en-US" sz="1600" b="1">
                <a:ea typeface="+mn-lt"/>
                <a:cs typeface="+mn-lt"/>
              </a:rPr>
              <a:t>volunteering opportunities</a:t>
            </a:r>
          </a:p>
          <a:p>
            <a:pPr marL="342900" indent="-342900">
              <a:buChar char="•"/>
            </a:pPr>
            <a:r>
              <a:rPr lang="en-US" sz="1600">
                <a:ea typeface="+mn-lt"/>
                <a:cs typeface="+mn-lt"/>
              </a:rPr>
              <a:t>Which</a:t>
            </a:r>
            <a:r>
              <a:rPr lang="en-US" sz="1600">
                <a:cs typeface="Arial"/>
              </a:rPr>
              <a:t> </a:t>
            </a:r>
            <a:r>
              <a:rPr lang="en-US" sz="1600" b="1">
                <a:cs typeface="Arial"/>
              </a:rPr>
              <a:t>platform</a:t>
            </a:r>
            <a:r>
              <a:rPr lang="en-US" sz="1600">
                <a:cs typeface="Arial"/>
              </a:rPr>
              <a:t> they belong to (Impact 100 or ACF)</a:t>
            </a:r>
          </a:p>
          <a:p>
            <a:pPr marL="342900" indent="-342900">
              <a:buChar char="•"/>
            </a:pPr>
            <a:endParaRPr lang="en-US" sz="1600">
              <a:cs typeface="Arial"/>
            </a:endParaRPr>
          </a:p>
          <a:p>
            <a:r>
              <a:rPr lang="en-US" sz="1600">
                <a:ea typeface="+mn-lt"/>
                <a:cs typeface="+mn-lt"/>
              </a:rPr>
              <a:t>Students can also select a specific focus area or study area to view a list of relevant </a:t>
            </a:r>
            <a:r>
              <a:rPr lang="en-US" sz="1600" err="1">
                <a:ea typeface="+mn-lt"/>
                <a:cs typeface="+mn-lt"/>
              </a:rPr>
              <a:t>organisations</a:t>
            </a:r>
            <a:r>
              <a:rPr lang="en-US" sz="1600">
                <a:ea typeface="+mn-lt"/>
                <a:cs typeface="+mn-lt"/>
              </a:rPr>
              <a:t>, making the entire dashboard connected, and easy to navigate.</a:t>
            </a:r>
          </a:p>
        </p:txBody>
      </p:sp>
      <p:sp>
        <p:nvSpPr>
          <p:cNvPr id="5" name="Slide Number Placeholder 4">
            <a:extLst>
              <a:ext uri="{FF2B5EF4-FFF2-40B4-BE49-F238E27FC236}">
                <a16:creationId xmlns:a16="http://schemas.microsoft.com/office/drawing/2014/main" id="{E447E79E-65EC-F0FC-ECA6-DC3E1E841DCC}"/>
              </a:ext>
            </a:extLst>
          </p:cNvPr>
          <p:cNvSpPr>
            <a:spLocks noGrp="1"/>
          </p:cNvSpPr>
          <p:nvPr>
            <p:ph type="sldNum" sz="quarter" idx="12"/>
          </p:nvPr>
        </p:nvSpPr>
        <p:spPr/>
        <p:txBody>
          <a:bodyPr/>
          <a:lstStyle/>
          <a:p>
            <a:fld id="{D9C42BCC-44E8-4F98-A8FE-EAF16D8C1E6E}" type="slidenum">
              <a:rPr lang="en-AU" smtClean="0"/>
              <a:pPr/>
              <a:t>20</a:t>
            </a:fld>
            <a:endParaRPr lang="en-AU"/>
          </a:p>
        </p:txBody>
      </p:sp>
      <p:sp>
        <p:nvSpPr>
          <p:cNvPr id="6" name="Text Placeholder 5">
            <a:extLst>
              <a:ext uri="{FF2B5EF4-FFF2-40B4-BE49-F238E27FC236}">
                <a16:creationId xmlns:a16="http://schemas.microsoft.com/office/drawing/2014/main" id="{77026835-B125-0D23-006D-5F8AEBF3C35A}"/>
              </a:ext>
            </a:extLst>
          </p:cNvPr>
          <p:cNvSpPr>
            <a:spLocks noGrp="1"/>
          </p:cNvSpPr>
          <p:nvPr>
            <p:ph type="body" sz="quarter" idx="15"/>
          </p:nvPr>
        </p:nvSpPr>
        <p:spPr/>
        <p:txBody>
          <a:bodyPr vert="horz" lIns="0" tIns="0" rIns="0" bIns="0" rtlCol="0" anchor="t">
            <a:normAutofit/>
          </a:bodyPr>
          <a:lstStyle/>
          <a:p>
            <a:r>
              <a:rPr lang="en-US">
                <a:cs typeface="Arial"/>
              </a:rPr>
              <a:t>DV 2</a:t>
            </a:r>
            <a:endParaRPr lang="en-US"/>
          </a:p>
        </p:txBody>
      </p:sp>
      <p:sp>
        <p:nvSpPr>
          <p:cNvPr id="8" name="Footer Placeholder 3">
            <a:extLst>
              <a:ext uri="{FF2B5EF4-FFF2-40B4-BE49-F238E27FC236}">
                <a16:creationId xmlns:a16="http://schemas.microsoft.com/office/drawing/2014/main" id="{B917107E-FE30-1D83-6854-639CFEFD7A2D}"/>
              </a:ext>
            </a:extLst>
          </p:cNvPr>
          <p:cNvSpPr>
            <a:spLocks noGrp="1"/>
          </p:cNvSpPr>
          <p:nvPr>
            <p:ph type="ftr" sz="quarter" idx="11"/>
          </p:nvPr>
        </p:nvSpPr>
        <p:spPr>
          <a:xfrm>
            <a:off x="520950" y="6381330"/>
            <a:ext cx="3978498" cy="365125"/>
          </a:xfrm>
        </p:spPr>
        <p:txBody>
          <a:bodyPr/>
          <a:lstStyle/>
          <a:p>
            <a:r>
              <a:rPr lang="en-AU" sz="1100"/>
              <a:t>Zin </a:t>
            </a:r>
            <a:r>
              <a:rPr lang="en-AU" sz="1100" err="1"/>
              <a:t>Zin</a:t>
            </a:r>
            <a:r>
              <a:rPr lang="en-AU" sz="1100"/>
              <a:t> Aye Chan</a:t>
            </a:r>
            <a:r>
              <a:rPr lang="en-AU"/>
              <a:t> |</a:t>
            </a:r>
            <a:r>
              <a:rPr lang="en-AU">
                <a:ea typeface="+mn-lt"/>
                <a:cs typeface="+mn-lt"/>
              </a:rPr>
              <a:t> 46866531 </a:t>
            </a:r>
            <a:endParaRPr lang="en-US">
              <a:cs typeface="Arial"/>
            </a:endParaRPr>
          </a:p>
        </p:txBody>
      </p:sp>
      <p:pic>
        <p:nvPicPr>
          <p:cNvPr id="9" name="Graphic 8" descr="Open book outline">
            <a:extLst>
              <a:ext uri="{FF2B5EF4-FFF2-40B4-BE49-F238E27FC236}">
                <a16:creationId xmlns:a16="http://schemas.microsoft.com/office/drawing/2014/main" id="{D6F92CFE-7DD4-F887-3891-428D668F544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35774" y="4236122"/>
            <a:ext cx="512116" cy="467418"/>
          </a:xfrm>
          <a:prstGeom prst="rect">
            <a:avLst/>
          </a:prstGeom>
        </p:spPr>
      </p:pic>
      <p:pic>
        <p:nvPicPr>
          <p:cNvPr id="10" name="Graphic 9" descr="Handshake outline">
            <a:extLst>
              <a:ext uri="{FF2B5EF4-FFF2-40B4-BE49-F238E27FC236}">
                <a16:creationId xmlns:a16="http://schemas.microsoft.com/office/drawing/2014/main" id="{1827E444-3780-02DA-6750-C73DF8612A9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93586" y="2667690"/>
            <a:ext cx="544044" cy="544044"/>
          </a:xfrm>
          <a:prstGeom prst="rect">
            <a:avLst/>
          </a:prstGeom>
        </p:spPr>
      </p:pic>
      <p:pic>
        <p:nvPicPr>
          <p:cNvPr id="11" name="Graphic 10" descr="Clipboard Checked outline">
            <a:extLst>
              <a:ext uri="{FF2B5EF4-FFF2-40B4-BE49-F238E27FC236}">
                <a16:creationId xmlns:a16="http://schemas.microsoft.com/office/drawing/2014/main" id="{066DE76F-64CC-3963-0AE1-1AD911828E1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75375" y="5206716"/>
            <a:ext cx="531272" cy="531272"/>
          </a:xfrm>
          <a:prstGeom prst="rect">
            <a:avLst/>
          </a:prstGeom>
        </p:spPr>
      </p:pic>
    </p:spTree>
    <p:extLst>
      <p:ext uri="{BB962C8B-B14F-4D97-AF65-F5344CB8AC3E}">
        <p14:creationId xmlns:p14="http://schemas.microsoft.com/office/powerpoint/2010/main" val="4081632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8F9-EA20-F6CC-B7D7-D32405AAC304}"/>
              </a:ext>
            </a:extLst>
          </p:cNvPr>
          <p:cNvSpPr>
            <a:spLocks noGrp="1"/>
          </p:cNvSpPr>
          <p:nvPr>
            <p:ph type="title"/>
          </p:nvPr>
        </p:nvSpPr>
        <p:spPr/>
        <p:txBody>
          <a:bodyPr/>
          <a:lstStyle/>
          <a:p>
            <a:r>
              <a:rPr lang="en-US">
                <a:cs typeface="Arial"/>
              </a:rPr>
              <a:t>Persona 3: Anisha</a:t>
            </a:r>
            <a:endParaRPr lang="en-US"/>
          </a:p>
        </p:txBody>
      </p:sp>
      <p:sp>
        <p:nvSpPr>
          <p:cNvPr id="3" name="Content Placeholder 2">
            <a:extLst>
              <a:ext uri="{FF2B5EF4-FFF2-40B4-BE49-F238E27FC236}">
                <a16:creationId xmlns:a16="http://schemas.microsoft.com/office/drawing/2014/main" id="{C3F8F40B-75B9-E2F9-FE09-F014B14A1A42}"/>
              </a:ext>
            </a:extLst>
          </p:cNvPr>
          <p:cNvSpPr>
            <a:spLocks noGrp="1"/>
          </p:cNvSpPr>
          <p:nvPr>
            <p:ph idx="1"/>
          </p:nvPr>
        </p:nvSpPr>
        <p:spPr>
          <a:xfrm>
            <a:off x="568225" y="1715957"/>
            <a:ext cx="7806486" cy="896585"/>
          </a:xfrm>
        </p:spPr>
        <p:txBody>
          <a:bodyPr vert="horz" lIns="0" tIns="0" rIns="0" bIns="0" rtlCol="0" anchor="t">
            <a:noAutofit/>
          </a:bodyPr>
          <a:lstStyle/>
          <a:p>
            <a:r>
              <a:rPr lang="en-US" b="1" dirty="0">
                <a:cs typeface="Arial"/>
              </a:rPr>
              <a:t>Question 3: Which social needs are the </a:t>
            </a:r>
            <a:r>
              <a:rPr lang="en-US" b="1" dirty="0" err="1">
                <a:cs typeface="Arial"/>
              </a:rPr>
              <a:t>organisations</a:t>
            </a:r>
            <a:r>
              <a:rPr lang="en-US" b="1" dirty="0">
                <a:cs typeface="Arial"/>
              </a:rPr>
              <a:t> addressing and how can Macquarie students observe their revenue reinvestment abilities?</a:t>
            </a:r>
            <a:endParaRPr lang="en-US" b="1" dirty="0">
              <a:ea typeface="+mn-lt"/>
              <a:cs typeface="+mn-lt"/>
            </a:endParaRPr>
          </a:p>
          <a:p>
            <a:endParaRPr lang="en-US" sz="1600">
              <a:ea typeface="+mn-lt"/>
              <a:cs typeface="+mn-lt"/>
            </a:endParaRPr>
          </a:p>
        </p:txBody>
      </p:sp>
      <p:sp>
        <p:nvSpPr>
          <p:cNvPr id="4" name="Footer Placeholder 3">
            <a:extLst>
              <a:ext uri="{FF2B5EF4-FFF2-40B4-BE49-F238E27FC236}">
                <a16:creationId xmlns:a16="http://schemas.microsoft.com/office/drawing/2014/main" id="{FE36DD4A-BE7B-29E4-7913-D9B70F70D392}"/>
              </a:ext>
            </a:extLst>
          </p:cNvPr>
          <p:cNvSpPr>
            <a:spLocks noGrp="1"/>
          </p:cNvSpPr>
          <p:nvPr>
            <p:ph type="ftr" sz="quarter" idx="11"/>
          </p:nvPr>
        </p:nvSpPr>
        <p:spPr/>
        <p:txBody>
          <a:bodyPr/>
          <a:lstStyle/>
          <a:p>
            <a:r>
              <a:rPr lang="en-AU" sz="1100"/>
              <a:t>Zin </a:t>
            </a:r>
            <a:r>
              <a:rPr lang="en-AU" sz="1100" err="1"/>
              <a:t>Zin</a:t>
            </a:r>
            <a:r>
              <a:rPr lang="en-AU" sz="1100"/>
              <a:t> Aye Chan</a:t>
            </a:r>
            <a:r>
              <a:rPr lang="en-AU"/>
              <a:t> |</a:t>
            </a:r>
            <a:r>
              <a:rPr lang="en-AU">
                <a:ea typeface="+mn-lt"/>
                <a:cs typeface="+mn-lt"/>
              </a:rPr>
              <a:t> 46866531 </a:t>
            </a:r>
            <a:endParaRPr lang="en-US">
              <a:cs typeface="Arial"/>
            </a:endParaRPr>
          </a:p>
        </p:txBody>
      </p:sp>
      <p:sp>
        <p:nvSpPr>
          <p:cNvPr id="5" name="Slide Number Placeholder 4">
            <a:extLst>
              <a:ext uri="{FF2B5EF4-FFF2-40B4-BE49-F238E27FC236}">
                <a16:creationId xmlns:a16="http://schemas.microsoft.com/office/drawing/2014/main" id="{CED8207D-977A-4EF9-4C17-697EC3CF10F9}"/>
              </a:ext>
            </a:extLst>
          </p:cNvPr>
          <p:cNvSpPr>
            <a:spLocks noGrp="1"/>
          </p:cNvSpPr>
          <p:nvPr>
            <p:ph type="sldNum" sz="quarter" idx="12"/>
          </p:nvPr>
        </p:nvSpPr>
        <p:spPr/>
        <p:txBody>
          <a:bodyPr/>
          <a:lstStyle/>
          <a:p>
            <a:fld id="{D9C42BCC-44E8-4F98-A8FE-EAF16D8C1E6E}" type="slidenum">
              <a:rPr lang="en-AU" smtClean="0"/>
              <a:pPr/>
              <a:t>21</a:t>
            </a:fld>
            <a:endParaRPr lang="en-AU"/>
          </a:p>
        </p:txBody>
      </p:sp>
      <p:sp>
        <p:nvSpPr>
          <p:cNvPr id="6" name="Text Placeholder 5">
            <a:extLst>
              <a:ext uri="{FF2B5EF4-FFF2-40B4-BE49-F238E27FC236}">
                <a16:creationId xmlns:a16="http://schemas.microsoft.com/office/drawing/2014/main" id="{8606225B-C9B2-9926-39F2-FF7797897DF5}"/>
              </a:ext>
            </a:extLst>
          </p:cNvPr>
          <p:cNvSpPr>
            <a:spLocks noGrp="1"/>
          </p:cNvSpPr>
          <p:nvPr>
            <p:ph type="body" sz="quarter" idx="15"/>
          </p:nvPr>
        </p:nvSpPr>
        <p:spPr/>
        <p:txBody>
          <a:bodyPr vert="horz" lIns="0" tIns="0" rIns="0" bIns="0" rtlCol="0" anchor="t">
            <a:normAutofit/>
          </a:bodyPr>
          <a:lstStyle/>
          <a:p>
            <a:r>
              <a:rPr lang="en-US" err="1">
                <a:cs typeface="Arial"/>
              </a:rPr>
              <a:t>Dv</a:t>
            </a:r>
            <a:r>
              <a:rPr lang="en-US">
                <a:cs typeface="Arial"/>
              </a:rPr>
              <a:t> 3</a:t>
            </a:r>
            <a:endParaRPr lang="en-US"/>
          </a:p>
        </p:txBody>
      </p:sp>
      <p:pic>
        <p:nvPicPr>
          <p:cNvPr id="8" name="Picture 7" descr="A screenshot of a computer&#10;&#10;AI-generated content may be incorrect.">
            <a:extLst>
              <a:ext uri="{FF2B5EF4-FFF2-40B4-BE49-F238E27FC236}">
                <a16:creationId xmlns:a16="http://schemas.microsoft.com/office/drawing/2014/main" id="{2686254F-8246-7F9A-74AB-308EEA512ADD}"/>
              </a:ext>
            </a:extLst>
          </p:cNvPr>
          <p:cNvPicPr>
            <a:picLocks noChangeAspect="1"/>
          </p:cNvPicPr>
          <p:nvPr/>
        </p:nvPicPr>
        <p:blipFill>
          <a:blip r:embed="rId2"/>
          <a:srcRect t="17593" b="5278"/>
          <a:stretch>
            <a:fillRect/>
          </a:stretch>
        </p:blipFill>
        <p:spPr>
          <a:xfrm>
            <a:off x="1140178" y="2612460"/>
            <a:ext cx="6863645" cy="3536140"/>
          </a:xfrm>
          <a:prstGeom prst="rect">
            <a:avLst/>
          </a:prstGeom>
        </p:spPr>
      </p:pic>
    </p:spTree>
    <p:extLst>
      <p:ext uri="{BB962C8B-B14F-4D97-AF65-F5344CB8AC3E}">
        <p14:creationId xmlns:p14="http://schemas.microsoft.com/office/powerpoint/2010/main" val="32926769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8EDE3-67F0-6CAC-923A-A00F067861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C0D67D-F39A-B9C9-E132-D7989AAC6A44}"/>
              </a:ext>
            </a:extLst>
          </p:cNvPr>
          <p:cNvSpPr>
            <a:spLocks noGrp="1"/>
          </p:cNvSpPr>
          <p:nvPr>
            <p:ph type="title"/>
          </p:nvPr>
        </p:nvSpPr>
        <p:spPr/>
        <p:txBody>
          <a:bodyPr/>
          <a:lstStyle/>
          <a:p>
            <a:r>
              <a:rPr lang="en-US">
                <a:cs typeface="Arial"/>
              </a:rPr>
              <a:t>Persona 3: Anisha</a:t>
            </a:r>
            <a:endParaRPr lang="en-US"/>
          </a:p>
        </p:txBody>
      </p:sp>
      <p:sp>
        <p:nvSpPr>
          <p:cNvPr id="3" name="Content Placeholder 2">
            <a:extLst>
              <a:ext uri="{FF2B5EF4-FFF2-40B4-BE49-F238E27FC236}">
                <a16:creationId xmlns:a16="http://schemas.microsoft.com/office/drawing/2014/main" id="{B39FFEF8-782C-896F-90B3-57860C1A3669}"/>
              </a:ext>
            </a:extLst>
          </p:cNvPr>
          <p:cNvSpPr>
            <a:spLocks noGrp="1"/>
          </p:cNvSpPr>
          <p:nvPr>
            <p:ph idx="1"/>
          </p:nvPr>
        </p:nvSpPr>
        <p:spPr>
          <a:xfrm>
            <a:off x="590802" y="1715957"/>
            <a:ext cx="7817775" cy="4249385"/>
          </a:xfrm>
        </p:spPr>
        <p:txBody>
          <a:bodyPr vert="horz" lIns="0" tIns="0" rIns="0" bIns="0" rtlCol="0" anchor="t">
            <a:noAutofit/>
          </a:bodyPr>
          <a:lstStyle/>
          <a:p>
            <a:r>
              <a:rPr lang="en-US" b="1">
                <a:cs typeface="Arial"/>
              </a:rPr>
              <a:t>Question 3: Which social needs are the </a:t>
            </a:r>
            <a:r>
              <a:rPr lang="en-US" b="1" err="1">
                <a:cs typeface="Arial"/>
              </a:rPr>
              <a:t>organisations</a:t>
            </a:r>
            <a:r>
              <a:rPr lang="en-US" b="1">
                <a:cs typeface="Arial"/>
              </a:rPr>
              <a:t> addressing and how can Macquarie students observe their revenue reinvestment abilities?</a:t>
            </a:r>
            <a:endParaRPr lang="en-US" b="1">
              <a:ea typeface="+mn-lt"/>
              <a:cs typeface="+mn-lt"/>
            </a:endParaRPr>
          </a:p>
          <a:p>
            <a:endParaRPr lang="en-US" sz="1600">
              <a:ea typeface="+mn-lt"/>
              <a:cs typeface="+mn-lt"/>
            </a:endParaRPr>
          </a:p>
          <a:p>
            <a:r>
              <a:rPr lang="en-US" sz="1600" b="1">
                <a:ea typeface="+mn-lt"/>
                <a:cs typeface="+mn-lt"/>
              </a:rPr>
              <a:t>Anisha can view trends</a:t>
            </a:r>
            <a:r>
              <a:rPr lang="en-US" sz="1600">
                <a:ea typeface="+mn-lt"/>
                <a:cs typeface="+mn-lt"/>
              </a:rPr>
              <a:t> showing:</a:t>
            </a:r>
          </a:p>
          <a:p>
            <a:pPr marL="342900" indent="-342900">
              <a:buChar char="•"/>
            </a:pPr>
            <a:r>
              <a:rPr lang="en-US" sz="1600">
                <a:ea typeface="+mn-lt"/>
                <a:cs typeface="+mn-lt"/>
              </a:rPr>
              <a:t>How well </a:t>
            </a:r>
            <a:r>
              <a:rPr lang="en-US" sz="1600" err="1">
                <a:ea typeface="+mn-lt"/>
                <a:cs typeface="+mn-lt"/>
              </a:rPr>
              <a:t>organisations</a:t>
            </a:r>
            <a:r>
              <a:rPr lang="en-US" sz="1600">
                <a:ea typeface="+mn-lt"/>
                <a:cs typeface="+mn-lt"/>
              </a:rPr>
              <a:t> are addressing </a:t>
            </a:r>
            <a:r>
              <a:rPr lang="en-US" sz="1600" b="1">
                <a:ea typeface="+mn-lt"/>
                <a:cs typeface="+mn-lt"/>
              </a:rPr>
              <a:t>community needs</a:t>
            </a:r>
            <a:endParaRPr lang="en-US" sz="1600">
              <a:ea typeface="+mn-lt"/>
              <a:cs typeface="+mn-lt"/>
            </a:endParaRPr>
          </a:p>
          <a:p>
            <a:pPr marL="342900" indent="-342900">
              <a:buChar char="•"/>
            </a:pPr>
            <a:r>
              <a:rPr lang="en-US" sz="1600">
                <a:ea typeface="+mn-lt"/>
                <a:cs typeface="+mn-lt"/>
              </a:rPr>
              <a:t>Which </a:t>
            </a:r>
            <a:r>
              <a:rPr lang="en-US" sz="1600" b="1">
                <a:ea typeface="+mn-lt"/>
                <a:cs typeface="+mn-lt"/>
              </a:rPr>
              <a:t>SDGs</a:t>
            </a:r>
            <a:r>
              <a:rPr lang="en-US" sz="1600">
                <a:ea typeface="+mn-lt"/>
                <a:cs typeface="+mn-lt"/>
              </a:rPr>
              <a:t> they are aligned with</a:t>
            </a:r>
          </a:p>
          <a:p>
            <a:endParaRPr lang="en-US" sz="1600">
              <a:ea typeface="+mn-lt"/>
              <a:cs typeface="+mn-lt"/>
            </a:endParaRPr>
          </a:p>
          <a:p>
            <a:r>
              <a:rPr lang="en-US" sz="1600" b="1">
                <a:ea typeface="+mn-lt"/>
                <a:cs typeface="+mn-lt"/>
              </a:rPr>
              <a:t>Students can filter</a:t>
            </a:r>
            <a:r>
              <a:rPr lang="en-US" sz="1600">
                <a:ea typeface="+mn-lt"/>
                <a:cs typeface="+mn-lt"/>
              </a:rPr>
              <a:t> specific </a:t>
            </a:r>
            <a:r>
              <a:rPr lang="en-US" sz="1600" err="1">
                <a:ea typeface="+mn-lt"/>
                <a:cs typeface="+mn-lt"/>
              </a:rPr>
              <a:t>organisations</a:t>
            </a:r>
            <a:r>
              <a:rPr lang="en-US" sz="1600">
                <a:ea typeface="+mn-lt"/>
                <a:cs typeface="+mn-lt"/>
              </a:rPr>
              <a:t> they’re interested in to see:</a:t>
            </a:r>
          </a:p>
          <a:p>
            <a:pPr marL="342900" indent="-342900">
              <a:buChar char="•"/>
            </a:pPr>
            <a:r>
              <a:rPr lang="en-US" sz="1600">
                <a:ea typeface="+mn-lt"/>
                <a:cs typeface="+mn-lt"/>
              </a:rPr>
              <a:t>The </a:t>
            </a:r>
            <a:r>
              <a:rPr lang="en-US" sz="1600" b="1">
                <a:ea typeface="+mn-lt"/>
                <a:cs typeface="+mn-lt"/>
              </a:rPr>
              <a:t>community needs</a:t>
            </a:r>
            <a:r>
              <a:rPr lang="en-US" sz="1600">
                <a:ea typeface="+mn-lt"/>
                <a:cs typeface="+mn-lt"/>
              </a:rPr>
              <a:t> each </a:t>
            </a:r>
            <a:r>
              <a:rPr lang="en-US" sz="1600" err="1">
                <a:ea typeface="+mn-lt"/>
                <a:cs typeface="+mn-lt"/>
              </a:rPr>
              <a:t>organisation</a:t>
            </a:r>
            <a:r>
              <a:rPr lang="en-US" sz="1600">
                <a:ea typeface="+mn-lt"/>
                <a:cs typeface="+mn-lt"/>
              </a:rPr>
              <a:t> addresses</a:t>
            </a:r>
          </a:p>
          <a:p>
            <a:pPr marL="342900" indent="-342900">
              <a:buChar char="•"/>
            </a:pPr>
            <a:r>
              <a:rPr lang="en-US" sz="1600">
                <a:ea typeface="+mn-lt"/>
                <a:cs typeface="+mn-lt"/>
              </a:rPr>
              <a:t>The </a:t>
            </a:r>
            <a:r>
              <a:rPr lang="en-US" sz="1600" b="1">
                <a:ea typeface="+mn-lt"/>
                <a:cs typeface="+mn-lt"/>
              </a:rPr>
              <a:t>SDGs</a:t>
            </a:r>
            <a:r>
              <a:rPr lang="en-US" sz="1600">
                <a:ea typeface="+mn-lt"/>
                <a:cs typeface="+mn-lt"/>
              </a:rPr>
              <a:t> they contribute to</a:t>
            </a:r>
            <a:endParaRPr lang="en-US" sz="1600">
              <a:cs typeface="Arial"/>
            </a:endParaRPr>
          </a:p>
          <a:p>
            <a:endParaRPr lang="en-US" sz="1600">
              <a:ea typeface="+mn-lt"/>
              <a:cs typeface="+mn-lt"/>
            </a:endParaRPr>
          </a:p>
          <a:p>
            <a:r>
              <a:rPr lang="en-US" sz="1600">
                <a:ea typeface="+mn-lt"/>
                <a:cs typeface="+mn-lt"/>
              </a:rPr>
              <a:t>After identifying </a:t>
            </a:r>
            <a:r>
              <a:rPr lang="en-US" sz="1600" err="1">
                <a:ea typeface="+mn-lt"/>
                <a:cs typeface="+mn-lt"/>
              </a:rPr>
              <a:t>organisations</a:t>
            </a:r>
            <a:r>
              <a:rPr lang="en-US" sz="1600">
                <a:ea typeface="+mn-lt"/>
                <a:cs typeface="+mn-lt"/>
              </a:rPr>
              <a:t> of interest, students can:</a:t>
            </a:r>
          </a:p>
          <a:p>
            <a:pPr marL="342900" indent="-342900">
              <a:buChar char="•"/>
            </a:pPr>
            <a:r>
              <a:rPr lang="en-US" sz="1600">
                <a:ea typeface="+mn-lt"/>
                <a:cs typeface="+mn-lt"/>
              </a:rPr>
              <a:t>Review </a:t>
            </a:r>
            <a:r>
              <a:rPr lang="en-US" sz="1600" b="1">
                <a:ea typeface="+mn-lt"/>
                <a:cs typeface="+mn-lt"/>
              </a:rPr>
              <a:t>revenue trends</a:t>
            </a:r>
            <a:r>
              <a:rPr lang="en-US" sz="1600">
                <a:ea typeface="+mn-lt"/>
                <a:cs typeface="+mn-lt"/>
              </a:rPr>
              <a:t> (i.e. funding received) by making comparison</a:t>
            </a:r>
            <a:endParaRPr lang="en-US" sz="1600" b="1">
              <a:ea typeface="+mn-lt"/>
              <a:cs typeface="+mn-lt"/>
            </a:endParaRPr>
          </a:p>
          <a:p>
            <a:pPr marL="342900" indent="-342900">
              <a:buChar char="•"/>
            </a:pPr>
            <a:r>
              <a:rPr lang="en-US" sz="1600">
                <a:ea typeface="+mn-lt"/>
                <a:cs typeface="+mn-lt"/>
              </a:rPr>
              <a:t>Understand how financial support is being used to benefit the </a:t>
            </a:r>
            <a:r>
              <a:rPr lang="en-US" sz="1600" b="1">
                <a:ea typeface="+mn-lt"/>
                <a:cs typeface="+mn-lt"/>
              </a:rPr>
              <a:t>community</a:t>
            </a:r>
          </a:p>
        </p:txBody>
      </p:sp>
      <p:sp>
        <p:nvSpPr>
          <p:cNvPr id="4" name="Footer Placeholder 3">
            <a:extLst>
              <a:ext uri="{FF2B5EF4-FFF2-40B4-BE49-F238E27FC236}">
                <a16:creationId xmlns:a16="http://schemas.microsoft.com/office/drawing/2014/main" id="{D34BA2AE-B3A5-E5AC-424A-E5B4E6A1C1D3}"/>
              </a:ext>
            </a:extLst>
          </p:cNvPr>
          <p:cNvSpPr>
            <a:spLocks noGrp="1"/>
          </p:cNvSpPr>
          <p:nvPr>
            <p:ph type="ftr" sz="quarter" idx="11"/>
          </p:nvPr>
        </p:nvSpPr>
        <p:spPr/>
        <p:txBody>
          <a:bodyPr/>
          <a:lstStyle/>
          <a:p>
            <a:r>
              <a:rPr lang="en-AU" sz="1100"/>
              <a:t>Zin </a:t>
            </a:r>
            <a:r>
              <a:rPr lang="en-AU" sz="1100" err="1"/>
              <a:t>Zin</a:t>
            </a:r>
            <a:r>
              <a:rPr lang="en-AU" sz="1100"/>
              <a:t> Aye Chan</a:t>
            </a:r>
            <a:r>
              <a:rPr lang="en-AU"/>
              <a:t> |</a:t>
            </a:r>
            <a:r>
              <a:rPr lang="en-AU">
                <a:ea typeface="+mn-lt"/>
                <a:cs typeface="+mn-lt"/>
              </a:rPr>
              <a:t> 46866531 </a:t>
            </a:r>
            <a:endParaRPr lang="en-US">
              <a:cs typeface="Arial"/>
            </a:endParaRPr>
          </a:p>
        </p:txBody>
      </p:sp>
      <p:sp>
        <p:nvSpPr>
          <p:cNvPr id="5" name="Slide Number Placeholder 4">
            <a:extLst>
              <a:ext uri="{FF2B5EF4-FFF2-40B4-BE49-F238E27FC236}">
                <a16:creationId xmlns:a16="http://schemas.microsoft.com/office/drawing/2014/main" id="{3FACB1A9-7D74-7484-2DF0-BBBD6F3B10C3}"/>
              </a:ext>
            </a:extLst>
          </p:cNvPr>
          <p:cNvSpPr>
            <a:spLocks noGrp="1"/>
          </p:cNvSpPr>
          <p:nvPr>
            <p:ph type="sldNum" sz="quarter" idx="12"/>
          </p:nvPr>
        </p:nvSpPr>
        <p:spPr/>
        <p:txBody>
          <a:bodyPr/>
          <a:lstStyle/>
          <a:p>
            <a:fld id="{D9C42BCC-44E8-4F98-A8FE-EAF16D8C1E6E}" type="slidenum">
              <a:rPr lang="en-AU" smtClean="0"/>
              <a:pPr/>
              <a:t>22</a:t>
            </a:fld>
            <a:endParaRPr lang="en-AU"/>
          </a:p>
        </p:txBody>
      </p:sp>
      <p:sp>
        <p:nvSpPr>
          <p:cNvPr id="6" name="Text Placeholder 5">
            <a:extLst>
              <a:ext uri="{FF2B5EF4-FFF2-40B4-BE49-F238E27FC236}">
                <a16:creationId xmlns:a16="http://schemas.microsoft.com/office/drawing/2014/main" id="{50F53249-0876-A3C7-306E-C2C9DCEB4AAB}"/>
              </a:ext>
            </a:extLst>
          </p:cNvPr>
          <p:cNvSpPr>
            <a:spLocks noGrp="1"/>
          </p:cNvSpPr>
          <p:nvPr>
            <p:ph type="body" sz="quarter" idx="15"/>
          </p:nvPr>
        </p:nvSpPr>
        <p:spPr/>
        <p:txBody>
          <a:bodyPr vert="horz" lIns="0" tIns="0" rIns="0" bIns="0" rtlCol="0" anchor="t">
            <a:normAutofit/>
          </a:bodyPr>
          <a:lstStyle/>
          <a:p>
            <a:r>
              <a:rPr lang="en-US" err="1">
                <a:cs typeface="Arial"/>
              </a:rPr>
              <a:t>Dv</a:t>
            </a:r>
            <a:r>
              <a:rPr lang="en-US">
                <a:cs typeface="Arial"/>
              </a:rPr>
              <a:t> 3</a:t>
            </a:r>
            <a:endParaRPr lang="en-US"/>
          </a:p>
        </p:txBody>
      </p:sp>
      <p:pic>
        <p:nvPicPr>
          <p:cNvPr id="7" name="Graphic 6" descr="Coins with solid fill">
            <a:extLst>
              <a:ext uri="{FF2B5EF4-FFF2-40B4-BE49-F238E27FC236}">
                <a16:creationId xmlns:a16="http://schemas.microsoft.com/office/drawing/2014/main" id="{A8522F8F-0B3B-552D-3F67-827643CC7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50067" y="5283341"/>
            <a:ext cx="544044" cy="556815"/>
          </a:xfrm>
          <a:prstGeom prst="rect">
            <a:avLst/>
          </a:prstGeom>
        </p:spPr>
      </p:pic>
      <p:pic>
        <p:nvPicPr>
          <p:cNvPr id="11" name="Graphic 10" descr="Recycle outline">
            <a:extLst>
              <a:ext uri="{FF2B5EF4-FFF2-40B4-BE49-F238E27FC236}">
                <a16:creationId xmlns:a16="http://schemas.microsoft.com/office/drawing/2014/main" id="{534E385B-A56F-F404-C806-A5814601536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62252" y="4268049"/>
            <a:ext cx="582357" cy="601514"/>
          </a:xfrm>
          <a:prstGeom prst="rect">
            <a:avLst/>
          </a:prstGeom>
        </p:spPr>
      </p:pic>
      <p:pic>
        <p:nvPicPr>
          <p:cNvPr id="12" name="Graphic 11" descr="Family with two children with solid fill">
            <a:extLst>
              <a:ext uri="{FF2B5EF4-FFF2-40B4-BE49-F238E27FC236}">
                <a16:creationId xmlns:a16="http://schemas.microsoft.com/office/drawing/2014/main" id="{8B45BBE5-B87B-952C-9E15-51647286C89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40920" y="2648533"/>
            <a:ext cx="633442" cy="614285"/>
          </a:xfrm>
          <a:prstGeom prst="rect">
            <a:avLst/>
          </a:prstGeom>
        </p:spPr>
      </p:pic>
    </p:spTree>
    <p:extLst>
      <p:ext uri="{BB962C8B-B14F-4D97-AF65-F5344CB8AC3E}">
        <p14:creationId xmlns:p14="http://schemas.microsoft.com/office/powerpoint/2010/main" val="42187583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FD419-BE74-F224-4C9C-AF16E8030960}"/>
              </a:ext>
            </a:extLst>
          </p:cNvPr>
          <p:cNvSpPr>
            <a:spLocks noGrp="1"/>
          </p:cNvSpPr>
          <p:nvPr>
            <p:ph type="title"/>
          </p:nvPr>
        </p:nvSpPr>
        <p:spPr/>
        <p:txBody>
          <a:bodyPr/>
          <a:lstStyle/>
          <a:p>
            <a:r>
              <a:rPr lang="en-US">
                <a:ea typeface="+mj-lt"/>
                <a:cs typeface="+mj-lt"/>
              </a:rPr>
              <a:t>Responsible Data Use &amp; Design</a:t>
            </a:r>
            <a:endParaRPr lang="en-US">
              <a:cs typeface="Arial"/>
            </a:endParaRPr>
          </a:p>
          <a:p>
            <a:pPr marL="285750" indent="-285750">
              <a:buFont typeface="Arial"/>
              <a:buChar char="•"/>
            </a:pPr>
            <a:endParaRPr lang="en-US"/>
          </a:p>
          <a:p>
            <a:endParaRPr lang="en-US">
              <a:cs typeface="Arial"/>
            </a:endParaRPr>
          </a:p>
        </p:txBody>
      </p:sp>
      <p:graphicFrame>
        <p:nvGraphicFramePr>
          <p:cNvPr id="7" name="Content Placeholder 6">
            <a:extLst>
              <a:ext uri="{FF2B5EF4-FFF2-40B4-BE49-F238E27FC236}">
                <a16:creationId xmlns:a16="http://schemas.microsoft.com/office/drawing/2014/main" id="{94215F79-2840-52A4-1398-29B934B72985}"/>
              </a:ext>
            </a:extLst>
          </p:cNvPr>
          <p:cNvGraphicFramePr>
            <a:graphicFrameLocks noGrp="1"/>
          </p:cNvGraphicFramePr>
          <p:nvPr>
            <p:ph idx="1"/>
            <p:extLst>
              <p:ext uri="{D42A27DB-BD31-4B8C-83A1-F6EECF244321}">
                <p14:modId xmlns:p14="http://schemas.microsoft.com/office/powerpoint/2010/main" val="2129324325"/>
              </p:ext>
            </p:extLst>
          </p:nvPr>
        </p:nvGraphicFramePr>
        <p:xfrm>
          <a:off x="530577" y="1834444"/>
          <a:ext cx="8088238" cy="4022627"/>
        </p:xfrm>
        <a:graphic>
          <a:graphicData uri="http://schemas.openxmlformats.org/drawingml/2006/table">
            <a:tbl>
              <a:tblPr firstRow="1" bandRow="1">
                <a:tableStyleId>{2D5ABB26-0587-4C30-8999-92F81FD0307C}</a:tableStyleId>
              </a:tblPr>
              <a:tblGrid>
                <a:gridCol w="4044119">
                  <a:extLst>
                    <a:ext uri="{9D8B030D-6E8A-4147-A177-3AD203B41FA5}">
                      <a16:colId xmlns:a16="http://schemas.microsoft.com/office/drawing/2014/main" val="1257526563"/>
                    </a:ext>
                  </a:extLst>
                </a:gridCol>
                <a:gridCol w="4044119">
                  <a:extLst>
                    <a:ext uri="{9D8B030D-6E8A-4147-A177-3AD203B41FA5}">
                      <a16:colId xmlns:a16="http://schemas.microsoft.com/office/drawing/2014/main" val="3723599010"/>
                    </a:ext>
                  </a:extLst>
                </a:gridCol>
              </a:tblGrid>
              <a:tr h="2062593">
                <a:tc>
                  <a:txBody>
                    <a:bodyPr/>
                    <a:lstStyle/>
                    <a:p>
                      <a:pPr lvl="0" algn="l">
                        <a:lnSpc>
                          <a:spcPct val="100000"/>
                        </a:lnSpc>
                        <a:spcBef>
                          <a:spcPts val="0"/>
                        </a:spcBef>
                        <a:spcAft>
                          <a:spcPts val="0"/>
                        </a:spcAft>
                        <a:buNone/>
                      </a:pPr>
                      <a:r>
                        <a:rPr lang="en-US" sz="1400" b="1"/>
                        <a:t>Data Quality</a:t>
                      </a:r>
                    </a:p>
                    <a:p>
                      <a:pPr marL="285750" lvl="0" indent="-285750" algn="l">
                        <a:lnSpc>
                          <a:spcPct val="100000"/>
                        </a:lnSpc>
                        <a:spcBef>
                          <a:spcPts val="0"/>
                        </a:spcBef>
                        <a:spcAft>
                          <a:spcPts val="0"/>
                        </a:spcAft>
                        <a:buFont typeface="Arial"/>
                        <a:buChar char="•"/>
                      </a:pPr>
                      <a:r>
                        <a:rPr lang="en-US" sz="1300" b="0" i="0" u="none" strike="noStrike" noProof="0" err="1"/>
                        <a:t>Standardised</a:t>
                      </a:r>
                      <a:r>
                        <a:rPr lang="en-US" sz="1300" b="0" i="0" u="none" strike="noStrike" noProof="0"/>
                        <a:t> formats (e.g., dates, categories) </a:t>
                      </a:r>
                    </a:p>
                    <a:p>
                      <a:pPr marL="285750" lvl="0" indent="-285750" algn="l">
                        <a:lnSpc>
                          <a:spcPct val="100000"/>
                        </a:lnSpc>
                        <a:spcBef>
                          <a:spcPts val="0"/>
                        </a:spcBef>
                        <a:spcAft>
                          <a:spcPts val="0"/>
                        </a:spcAft>
                        <a:buFont typeface="Arial"/>
                        <a:buChar char="•"/>
                      </a:pPr>
                      <a:r>
                        <a:rPr lang="en-US" sz="1300" b="0" i="0" u="none" strike="noStrike" noProof="0"/>
                        <a:t>Added labels and create relationships between variables</a:t>
                      </a:r>
                    </a:p>
                    <a:p>
                      <a:pPr marL="285750" lvl="0" indent="-285750" algn="l">
                        <a:lnSpc>
                          <a:spcPct val="100000"/>
                        </a:lnSpc>
                        <a:spcBef>
                          <a:spcPts val="0"/>
                        </a:spcBef>
                        <a:spcAft>
                          <a:spcPts val="0"/>
                        </a:spcAft>
                        <a:buFont typeface="Arial"/>
                        <a:buChar char="•"/>
                      </a:pPr>
                      <a:r>
                        <a:rPr lang="en-US" sz="1300" b="0" i="0" u="none" strike="noStrike" noProof="0"/>
                        <a:t>Handled missing values and used recent data.</a:t>
                      </a:r>
                    </a:p>
                    <a:p>
                      <a:pPr marL="285750" lvl="0" indent="-285750" algn="l">
                        <a:lnSpc>
                          <a:spcPct val="100000"/>
                        </a:lnSpc>
                        <a:spcBef>
                          <a:spcPts val="0"/>
                        </a:spcBef>
                        <a:spcAft>
                          <a:spcPts val="0"/>
                        </a:spcAft>
                        <a:buFont typeface="Arial"/>
                        <a:buChar char="•"/>
                      </a:pPr>
                      <a:r>
                        <a:rPr lang="en-US" sz="1300" b="0" i="0" u="none" strike="noStrike" noProof="0"/>
                        <a:t>Consistent structure to support accurate </a:t>
                      </a:r>
                      <a:r>
                        <a:rPr lang="en-US" sz="1300" b="0" i="0" u="none" strike="noStrike" noProof="0" err="1"/>
                        <a:t>visualisation</a:t>
                      </a:r>
                      <a:r>
                        <a:rPr lang="en-US" sz="1300" b="0" i="0" u="none" strike="noStrike" noProof="0"/>
                        <a:t>.</a:t>
                      </a:r>
                    </a:p>
                    <a:p>
                      <a:pPr marL="285750" lvl="0" indent="-285750" algn="l">
                        <a:lnSpc>
                          <a:spcPct val="100000"/>
                        </a:lnSpc>
                        <a:spcBef>
                          <a:spcPts val="0"/>
                        </a:spcBef>
                        <a:spcAft>
                          <a:spcPts val="0"/>
                        </a:spcAft>
                        <a:buFont typeface="Arial"/>
                        <a:buChar char="•"/>
                      </a:pPr>
                      <a:r>
                        <a:rPr lang="en-US" sz="1300" b="0" i="0" u="none" strike="noStrike" noProof="0"/>
                        <a:t>Used all syntactic, semantic, pragmatic qualities</a:t>
                      </a:r>
                    </a:p>
                    <a:p>
                      <a:pPr marL="285750" lvl="0" indent="-285750" algn="l">
                        <a:lnSpc>
                          <a:spcPct val="100000"/>
                        </a:lnSpc>
                        <a:spcBef>
                          <a:spcPts val="0"/>
                        </a:spcBef>
                        <a:spcAft>
                          <a:spcPts val="0"/>
                        </a:spcAft>
                        <a:buFont typeface="Arial"/>
                        <a:buChar char="•"/>
                      </a:pPr>
                      <a:endParaRPr lang="en-US" sz="1300" b="0" i="0" u="none" strike="noStrike" noProof="0"/>
                    </a:p>
                  </a:txBody>
                  <a:tcPr anchor="ctr">
                    <a:lnR w="12700">
                      <a:solidFill>
                        <a:schemeClr val="tx1"/>
                      </a:solidFill>
                    </a:lnR>
                    <a:lnB w="12700">
                      <a:solidFill>
                        <a:schemeClr val="tx1"/>
                      </a:solidFill>
                    </a:lnB>
                  </a:tcPr>
                </a:tc>
                <a:tc>
                  <a:txBody>
                    <a:bodyPr/>
                    <a:lstStyle/>
                    <a:p>
                      <a:pPr lvl="0" algn="l">
                        <a:lnSpc>
                          <a:spcPct val="100000"/>
                        </a:lnSpc>
                        <a:spcBef>
                          <a:spcPts val="0"/>
                        </a:spcBef>
                        <a:spcAft>
                          <a:spcPts val="0"/>
                        </a:spcAft>
                        <a:buNone/>
                      </a:pPr>
                      <a:r>
                        <a:rPr lang="en-US" sz="1400" b="1"/>
                        <a:t>Data Ethics (PAPA Framework)</a:t>
                      </a:r>
                    </a:p>
                    <a:p>
                      <a:pPr marL="285750" lvl="0" indent="-285750" algn="l">
                        <a:lnSpc>
                          <a:spcPct val="100000"/>
                        </a:lnSpc>
                        <a:spcBef>
                          <a:spcPts val="0"/>
                        </a:spcBef>
                        <a:spcAft>
                          <a:spcPts val="0"/>
                        </a:spcAft>
                        <a:buFont typeface="Arial"/>
                        <a:buChar char="•"/>
                      </a:pPr>
                      <a:r>
                        <a:rPr lang="en-US" sz="1300" b="1" i="0" u="none" strike="noStrike" noProof="0">
                          <a:latin typeface="Arial"/>
                        </a:rPr>
                        <a:t>Privacy</a:t>
                      </a:r>
                      <a:r>
                        <a:rPr lang="en-US" sz="1300" b="0" i="0" u="none" strike="noStrike" noProof="0">
                          <a:latin typeface="Arial"/>
                        </a:rPr>
                        <a:t>: No personal data used</a:t>
                      </a:r>
                      <a:endParaRPr lang="en-US" sz="1300"/>
                    </a:p>
                    <a:p>
                      <a:pPr marL="285750" lvl="0" indent="-285750" algn="l">
                        <a:lnSpc>
                          <a:spcPct val="100000"/>
                        </a:lnSpc>
                        <a:spcBef>
                          <a:spcPts val="0"/>
                        </a:spcBef>
                        <a:spcAft>
                          <a:spcPts val="0"/>
                        </a:spcAft>
                        <a:buFont typeface="Arial"/>
                        <a:buChar char="•"/>
                      </a:pPr>
                      <a:r>
                        <a:rPr lang="en-US" sz="1300" b="1" i="0" u="none" strike="noStrike" noProof="0">
                          <a:latin typeface="Arial"/>
                        </a:rPr>
                        <a:t>Accuracy</a:t>
                      </a:r>
                      <a:r>
                        <a:rPr lang="en-US" sz="1300" b="0" i="0" u="none" strike="noStrike" noProof="0">
                          <a:latin typeface="Arial"/>
                        </a:rPr>
                        <a:t>: Cleaned/filter data for relevant insights</a:t>
                      </a:r>
                      <a:endParaRPr lang="en-US" sz="1300"/>
                    </a:p>
                    <a:p>
                      <a:pPr marL="285750" lvl="0" indent="-285750" algn="l">
                        <a:lnSpc>
                          <a:spcPct val="100000"/>
                        </a:lnSpc>
                        <a:spcBef>
                          <a:spcPts val="0"/>
                        </a:spcBef>
                        <a:spcAft>
                          <a:spcPts val="0"/>
                        </a:spcAft>
                        <a:buFont typeface="Arial"/>
                        <a:buChar char="•"/>
                      </a:pPr>
                      <a:r>
                        <a:rPr lang="en-US" sz="1300" b="1" i="0" u="none" strike="noStrike" noProof="0">
                          <a:latin typeface="Arial"/>
                        </a:rPr>
                        <a:t>Property</a:t>
                      </a:r>
                      <a:r>
                        <a:rPr lang="en-US" sz="1300" b="0" i="0" u="none" strike="noStrike" noProof="0">
                          <a:latin typeface="Arial"/>
                        </a:rPr>
                        <a:t>: </a:t>
                      </a:r>
                      <a:r>
                        <a:rPr lang="en-US" sz="1300" b="0" i="0" u="none" strike="noStrike" noProof="0"/>
                        <a:t>Sourced from public and client-approved datasets.</a:t>
                      </a:r>
                      <a:endParaRPr lang="en-US" sz="1300"/>
                    </a:p>
                    <a:p>
                      <a:pPr marL="285750" lvl="0" indent="-285750" algn="l">
                        <a:lnSpc>
                          <a:spcPct val="100000"/>
                        </a:lnSpc>
                        <a:spcBef>
                          <a:spcPts val="0"/>
                        </a:spcBef>
                        <a:spcAft>
                          <a:spcPts val="0"/>
                        </a:spcAft>
                        <a:buFont typeface="Arial"/>
                        <a:buChar char="•"/>
                      </a:pPr>
                      <a:r>
                        <a:rPr lang="en-US" sz="1300" b="1" i="0" u="none" strike="noStrike" noProof="0">
                          <a:latin typeface="Arial"/>
                        </a:rPr>
                        <a:t>Accessibility</a:t>
                      </a:r>
                      <a:r>
                        <a:rPr lang="en-US" sz="1300" b="0" i="0" u="none" strike="noStrike" noProof="0">
                          <a:latin typeface="Arial"/>
                        </a:rPr>
                        <a:t>: For all users, clear visuals, easy to understand</a:t>
                      </a:r>
                      <a:endParaRPr lang="en-US" sz="1300"/>
                    </a:p>
                  </a:txBody>
                  <a:tcPr anchor="ctr">
                    <a:lnL w="12700">
                      <a:solidFill>
                        <a:schemeClr val="tx1"/>
                      </a:solidFill>
                    </a:lnL>
                    <a:lnB w="12700">
                      <a:solidFill>
                        <a:schemeClr val="tx1"/>
                      </a:solidFill>
                    </a:lnB>
                  </a:tcPr>
                </a:tc>
                <a:extLst>
                  <a:ext uri="{0D108BD9-81ED-4DB2-BD59-A6C34878D82A}">
                    <a16:rowId xmlns:a16="http://schemas.microsoft.com/office/drawing/2014/main" val="1429029941"/>
                  </a:ext>
                </a:extLst>
              </a:tr>
              <a:tr h="1960034">
                <a:tc>
                  <a:txBody>
                    <a:bodyPr/>
                    <a:lstStyle/>
                    <a:p>
                      <a:pPr lvl="0" algn="l">
                        <a:lnSpc>
                          <a:spcPct val="100000"/>
                        </a:lnSpc>
                        <a:spcBef>
                          <a:spcPts val="0"/>
                        </a:spcBef>
                        <a:spcAft>
                          <a:spcPts val="0"/>
                        </a:spcAft>
                        <a:buNone/>
                      </a:pPr>
                      <a:r>
                        <a:rPr lang="en-US" sz="1400" b="1"/>
                        <a:t>Visual Ethics</a:t>
                      </a:r>
                    </a:p>
                    <a:p>
                      <a:pPr marL="285750" lvl="0" indent="-285750" algn="l">
                        <a:lnSpc>
                          <a:spcPct val="100000"/>
                        </a:lnSpc>
                        <a:spcBef>
                          <a:spcPts val="0"/>
                        </a:spcBef>
                        <a:spcAft>
                          <a:spcPts val="0"/>
                        </a:spcAft>
                        <a:buFont typeface="Arial"/>
                        <a:buChar char="•"/>
                      </a:pPr>
                      <a:r>
                        <a:rPr lang="en-US" sz="1300" b="0" i="0" u="none" strike="noStrike" noProof="0">
                          <a:latin typeface="Arial"/>
                        </a:rPr>
                        <a:t>Used simple charts with clear labels and legends</a:t>
                      </a:r>
                      <a:endParaRPr lang="en-US" sz="1300"/>
                    </a:p>
                    <a:p>
                      <a:pPr marL="285750" lvl="0" indent="-285750" algn="l">
                        <a:lnSpc>
                          <a:spcPct val="100000"/>
                        </a:lnSpc>
                        <a:spcBef>
                          <a:spcPts val="0"/>
                        </a:spcBef>
                        <a:spcAft>
                          <a:spcPts val="0"/>
                        </a:spcAft>
                        <a:buFont typeface="Arial"/>
                        <a:buChar char="•"/>
                      </a:pPr>
                      <a:r>
                        <a:rPr lang="en-US" sz="1300" b="0" i="0" u="none" strike="noStrike" noProof="0">
                          <a:latin typeface="Arial"/>
                        </a:rPr>
                        <a:t>Accurate scales, </a:t>
                      </a:r>
                      <a:r>
                        <a:rPr lang="en-US" sz="1300" b="0" i="0" u="none" strike="noStrike" noProof="0" err="1">
                          <a:latin typeface="Arial"/>
                        </a:rPr>
                        <a:t>colour</a:t>
                      </a:r>
                      <a:r>
                        <a:rPr lang="en-US" sz="1300" b="0" i="0" u="none" strike="noStrike" noProof="0">
                          <a:latin typeface="Arial"/>
                        </a:rPr>
                        <a:t> contrast, and filters for interactivity</a:t>
                      </a:r>
                      <a:endParaRPr lang="en-US" sz="1300"/>
                    </a:p>
                    <a:p>
                      <a:pPr marL="285750" lvl="0" indent="-285750" algn="l">
                        <a:lnSpc>
                          <a:spcPct val="100000"/>
                        </a:lnSpc>
                        <a:spcBef>
                          <a:spcPts val="0"/>
                        </a:spcBef>
                        <a:spcAft>
                          <a:spcPts val="0"/>
                        </a:spcAft>
                        <a:buFont typeface="Arial"/>
                        <a:buChar char="•"/>
                      </a:pPr>
                      <a:r>
                        <a:rPr lang="en-US" sz="1300" b="0" i="0" u="none" strike="noStrike" noProof="0">
                          <a:latin typeface="Arial"/>
                        </a:rPr>
                        <a:t>Avoided bias or overload in presentation</a:t>
                      </a:r>
                      <a:endParaRPr lang="en-US" sz="1300"/>
                    </a:p>
                  </a:txBody>
                  <a:tcPr anchor="ctr">
                    <a:lnR w="12700">
                      <a:solidFill>
                        <a:schemeClr val="tx1"/>
                      </a:solidFill>
                    </a:lnR>
                    <a:lnT w="12700">
                      <a:solidFill>
                        <a:schemeClr val="tx1"/>
                      </a:solidFill>
                    </a:lnT>
                  </a:tcPr>
                </a:tc>
                <a:tc>
                  <a:txBody>
                    <a:bodyPr/>
                    <a:lstStyle/>
                    <a:p>
                      <a:pPr lvl="0" algn="l">
                        <a:lnSpc>
                          <a:spcPct val="100000"/>
                        </a:lnSpc>
                        <a:spcBef>
                          <a:spcPts val="0"/>
                        </a:spcBef>
                        <a:spcAft>
                          <a:spcPts val="0"/>
                        </a:spcAft>
                        <a:buNone/>
                      </a:pPr>
                      <a:r>
                        <a:rPr lang="en-US" sz="1400" b="1"/>
                        <a:t>“Do No Harm” Principles</a:t>
                      </a:r>
                    </a:p>
                    <a:p>
                      <a:pPr marL="285750" lvl="0" indent="-285750" algn="l">
                        <a:lnSpc>
                          <a:spcPct val="100000"/>
                        </a:lnSpc>
                        <a:spcBef>
                          <a:spcPts val="0"/>
                        </a:spcBef>
                        <a:spcAft>
                          <a:spcPts val="0"/>
                        </a:spcAft>
                        <a:buFont typeface="Arial"/>
                        <a:buChar char="•"/>
                      </a:pPr>
                      <a:r>
                        <a:rPr lang="en-US" sz="1300" b="0" i="0" u="none" strike="noStrike" noProof="0">
                          <a:latin typeface="Arial"/>
                        </a:rPr>
                        <a:t>Combined qualitative &amp; quantitative insights</a:t>
                      </a:r>
                      <a:endParaRPr lang="en-US" sz="1300"/>
                    </a:p>
                    <a:p>
                      <a:pPr marL="285750" lvl="0" indent="-285750" algn="l">
                        <a:lnSpc>
                          <a:spcPct val="100000"/>
                        </a:lnSpc>
                        <a:spcBef>
                          <a:spcPts val="0"/>
                        </a:spcBef>
                        <a:spcAft>
                          <a:spcPts val="0"/>
                        </a:spcAft>
                        <a:buFont typeface="Arial"/>
                        <a:buChar char="•"/>
                      </a:pPr>
                      <a:r>
                        <a:rPr lang="en-US" sz="1300" b="0" i="0" u="none" strike="noStrike" noProof="0"/>
                        <a:t>Avoided biased framing or emotional influence.</a:t>
                      </a:r>
                      <a:endParaRPr lang="en-US" sz="1300"/>
                    </a:p>
                    <a:p>
                      <a:pPr marL="285750" lvl="0" indent="-285750" algn="l">
                        <a:lnSpc>
                          <a:spcPct val="100000"/>
                        </a:lnSpc>
                        <a:spcBef>
                          <a:spcPts val="0"/>
                        </a:spcBef>
                        <a:spcAft>
                          <a:spcPts val="0"/>
                        </a:spcAft>
                        <a:buFont typeface="Arial"/>
                        <a:buChar char="•"/>
                      </a:pPr>
                      <a:r>
                        <a:rPr lang="en-US" sz="1300" b="0" i="0" u="none" strike="noStrike" noProof="0"/>
                        <a:t>Ensured transparency and ethical storytelling.</a:t>
                      </a:r>
                      <a:endParaRPr lang="en-US" sz="1300"/>
                    </a:p>
                  </a:txBody>
                  <a:tcPr anchor="ctr">
                    <a:lnL w="12700">
                      <a:solidFill>
                        <a:schemeClr val="tx1"/>
                      </a:solidFill>
                    </a:lnL>
                    <a:lnT w="12700">
                      <a:solidFill>
                        <a:schemeClr val="tx1"/>
                      </a:solidFill>
                    </a:lnT>
                  </a:tcPr>
                </a:tc>
                <a:extLst>
                  <a:ext uri="{0D108BD9-81ED-4DB2-BD59-A6C34878D82A}">
                    <a16:rowId xmlns:a16="http://schemas.microsoft.com/office/drawing/2014/main" val="3385161454"/>
                  </a:ext>
                </a:extLst>
              </a:tr>
            </a:tbl>
          </a:graphicData>
        </a:graphic>
      </p:graphicFrame>
      <p:sp>
        <p:nvSpPr>
          <p:cNvPr id="5" name="Slide Number Placeholder 4">
            <a:extLst>
              <a:ext uri="{FF2B5EF4-FFF2-40B4-BE49-F238E27FC236}">
                <a16:creationId xmlns:a16="http://schemas.microsoft.com/office/drawing/2014/main" id="{7AADD286-7DD8-C86D-B2A7-709383A53B37}"/>
              </a:ext>
            </a:extLst>
          </p:cNvPr>
          <p:cNvSpPr>
            <a:spLocks noGrp="1"/>
          </p:cNvSpPr>
          <p:nvPr>
            <p:ph type="sldNum" sz="quarter" idx="12"/>
          </p:nvPr>
        </p:nvSpPr>
        <p:spPr/>
        <p:txBody>
          <a:bodyPr/>
          <a:lstStyle/>
          <a:p>
            <a:fld id="{D9C42BCC-44E8-4F98-A8FE-EAF16D8C1E6E}" type="slidenum">
              <a:rPr lang="en-AU" smtClean="0"/>
              <a:pPr/>
              <a:t>23</a:t>
            </a:fld>
            <a:endParaRPr lang="en-AU"/>
          </a:p>
        </p:txBody>
      </p:sp>
      <p:sp>
        <p:nvSpPr>
          <p:cNvPr id="6" name="Text Placeholder 5">
            <a:extLst>
              <a:ext uri="{FF2B5EF4-FFF2-40B4-BE49-F238E27FC236}">
                <a16:creationId xmlns:a16="http://schemas.microsoft.com/office/drawing/2014/main" id="{0217B84E-5FF8-B258-AA5D-C1F02CA20FB2}"/>
              </a:ext>
            </a:extLst>
          </p:cNvPr>
          <p:cNvSpPr>
            <a:spLocks noGrp="1"/>
          </p:cNvSpPr>
          <p:nvPr>
            <p:ph type="body" sz="quarter" idx="15"/>
          </p:nvPr>
        </p:nvSpPr>
        <p:spPr/>
        <p:txBody>
          <a:bodyPr vert="horz" lIns="0" tIns="0" rIns="0" bIns="0" rtlCol="0" anchor="t">
            <a:normAutofit/>
          </a:bodyPr>
          <a:lstStyle/>
          <a:p>
            <a:r>
              <a:rPr lang="en-US">
                <a:cs typeface="Arial"/>
              </a:rPr>
              <a:t>FOR ALL 3 PERSONAS</a:t>
            </a:r>
            <a:endParaRPr lang="en-US">
              <a:solidFill>
                <a:srgbClr val="000000"/>
              </a:solidFill>
              <a:cs typeface="Arial"/>
            </a:endParaRPr>
          </a:p>
          <a:p>
            <a:endParaRPr lang="en-US">
              <a:cs typeface="Arial"/>
            </a:endParaRPr>
          </a:p>
        </p:txBody>
      </p:sp>
      <p:sp>
        <p:nvSpPr>
          <p:cNvPr id="9" name="Footer Placeholder 3">
            <a:extLst>
              <a:ext uri="{FF2B5EF4-FFF2-40B4-BE49-F238E27FC236}">
                <a16:creationId xmlns:a16="http://schemas.microsoft.com/office/drawing/2014/main" id="{C7E497AF-B600-B3E0-C66A-9FE9537238C4}"/>
              </a:ext>
            </a:extLst>
          </p:cNvPr>
          <p:cNvSpPr>
            <a:spLocks noGrp="1"/>
          </p:cNvSpPr>
          <p:nvPr>
            <p:ph type="ftr" sz="quarter" idx="11"/>
          </p:nvPr>
        </p:nvSpPr>
        <p:spPr>
          <a:xfrm>
            <a:off x="520950" y="6381330"/>
            <a:ext cx="3978498" cy="365125"/>
          </a:xfrm>
        </p:spPr>
        <p:txBody>
          <a:bodyPr/>
          <a:lstStyle/>
          <a:p>
            <a:r>
              <a:rPr lang="en-AU" sz="1100"/>
              <a:t>Zin </a:t>
            </a:r>
            <a:r>
              <a:rPr lang="en-AU" sz="1100" err="1"/>
              <a:t>Zin</a:t>
            </a:r>
            <a:r>
              <a:rPr lang="en-AU" sz="1100"/>
              <a:t> Aye Chan</a:t>
            </a:r>
            <a:r>
              <a:rPr lang="en-AU"/>
              <a:t> |</a:t>
            </a:r>
            <a:r>
              <a:rPr lang="en-AU">
                <a:ea typeface="+mn-lt"/>
                <a:cs typeface="+mn-lt"/>
              </a:rPr>
              <a:t> 46866531 </a:t>
            </a:r>
            <a:endParaRPr lang="en-US">
              <a:cs typeface="Arial"/>
            </a:endParaRPr>
          </a:p>
        </p:txBody>
      </p:sp>
    </p:spTree>
    <p:extLst>
      <p:ext uri="{BB962C8B-B14F-4D97-AF65-F5344CB8AC3E}">
        <p14:creationId xmlns:p14="http://schemas.microsoft.com/office/powerpoint/2010/main" val="15783684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560B5-A545-7D18-C0EA-57D6AD48CDCF}"/>
              </a:ext>
            </a:extLst>
          </p:cNvPr>
          <p:cNvSpPr>
            <a:spLocks noGrp="1"/>
          </p:cNvSpPr>
          <p:nvPr>
            <p:ph type="title"/>
          </p:nvPr>
        </p:nvSpPr>
        <p:spPr/>
        <p:txBody>
          <a:bodyPr/>
          <a:lstStyle/>
          <a:p>
            <a:r>
              <a:rPr lang="en-US">
                <a:cs typeface="Arial"/>
              </a:rPr>
              <a:t>Data sources used in this project</a:t>
            </a:r>
          </a:p>
        </p:txBody>
      </p:sp>
      <p:sp>
        <p:nvSpPr>
          <p:cNvPr id="3" name="Content Placeholder 2">
            <a:extLst>
              <a:ext uri="{FF2B5EF4-FFF2-40B4-BE49-F238E27FC236}">
                <a16:creationId xmlns:a16="http://schemas.microsoft.com/office/drawing/2014/main" id="{E5B62453-323F-6418-5942-B10C11641EAA}"/>
              </a:ext>
            </a:extLst>
          </p:cNvPr>
          <p:cNvSpPr>
            <a:spLocks noGrp="1"/>
          </p:cNvSpPr>
          <p:nvPr>
            <p:ph idx="1"/>
          </p:nvPr>
        </p:nvSpPr>
        <p:spPr>
          <a:xfrm>
            <a:off x="551289" y="1715957"/>
            <a:ext cx="8100001" cy="4525963"/>
          </a:xfrm>
        </p:spPr>
        <p:txBody>
          <a:bodyPr vert="horz" lIns="0" tIns="0" rIns="0" bIns="0" rtlCol="0" anchor="t">
            <a:normAutofit/>
          </a:bodyPr>
          <a:lstStyle/>
          <a:p>
            <a:r>
              <a:rPr lang="en-US" sz="1100" u="sng">
                <a:solidFill>
                  <a:srgbClr val="A6192E"/>
                </a:solidFill>
                <a:latin typeface="ArialMT"/>
                <a:hlinkClick r:id="rId2">
                  <a:extLst>
                    <a:ext uri="{A12FA001-AC4F-418D-AE19-62706E023703}">
                      <ahyp:hlinkClr xmlns:ahyp="http://schemas.microsoft.com/office/drawing/2018/hyperlinkcolor" val="tx"/>
                    </a:ext>
                  </a:extLst>
                </a:hlinkClick>
              </a:rPr>
              <a:t>https://www.acnc.gov.au/tools/reports/australian-charities-report-10th-edition</a:t>
            </a:r>
            <a:br>
              <a:rPr lang="en-US" sz="1100" u="sng">
                <a:solidFill>
                  <a:srgbClr val="A6192E"/>
                </a:solidFill>
                <a:latin typeface="ArialMT"/>
              </a:rPr>
            </a:br>
            <a:endParaRPr lang="en-US" sz="1100" u="sng">
              <a:solidFill>
                <a:srgbClr val="A6192E"/>
              </a:solidFill>
              <a:latin typeface="ArialMT"/>
            </a:endParaRPr>
          </a:p>
          <a:p>
            <a:r>
              <a:rPr lang="en-US" sz="1100" u="sng">
                <a:solidFill>
                  <a:srgbClr val="A6192E"/>
                </a:solidFill>
                <a:latin typeface="ArialMT"/>
                <a:cs typeface="Arial"/>
                <a:hlinkClick r:id="rId3">
                  <a:extLst>
                    <a:ext uri="{A12FA001-AC4F-418D-AE19-62706E023703}">
                      <ahyp:hlinkClr xmlns:ahyp="http://schemas.microsoft.com/office/drawing/2018/hyperlinkcolor" val="tx"/>
                    </a:ext>
                  </a:extLst>
                </a:hlinkClick>
              </a:rPr>
              <a:t>https://www.abs.gov.au/statistics/people/people-and-communities/socio-economic-indexes-area</a:t>
            </a:r>
            <a:r>
              <a:rPr lang="en-US" sz="1100" u="sng">
                <a:solidFill>
                  <a:srgbClr val="A6192E"/>
                </a:solidFill>
                <a:latin typeface="ArialMT"/>
                <a:cs typeface="Arial"/>
                <a:hlinkClick r:id="rId3"/>
              </a:rPr>
              <a:t>-seifa-australia/latest-release.</a:t>
            </a:r>
            <a:endParaRPr lang="en-US" sz="1100" u="sng">
              <a:solidFill>
                <a:srgbClr val="A6192E"/>
              </a:solidFill>
              <a:latin typeface="ArialMT"/>
              <a:cs typeface="Arial"/>
            </a:endParaRPr>
          </a:p>
          <a:p>
            <a:endParaRPr lang="en-US" sz="1100" u="sng">
              <a:solidFill>
                <a:srgbClr val="A6192E"/>
              </a:solidFill>
              <a:latin typeface="ArialMT"/>
              <a:cs typeface="Arial"/>
            </a:endParaRPr>
          </a:p>
          <a:p>
            <a:r>
              <a:rPr lang="en-US" sz="1100" u="sng">
                <a:solidFill>
                  <a:srgbClr val="A6192E"/>
                </a:solidFill>
                <a:latin typeface="ArialMT"/>
                <a:cs typeface="Arial"/>
                <a:hlinkClick r:id="rId4">
                  <a:extLst>
                    <a:ext uri="{A12FA001-AC4F-418D-AE19-62706E023703}">
                      <ahyp:hlinkClr xmlns:ahyp="http://schemas.microsoft.com/office/drawing/2018/hyperlinkcolor" val="tx"/>
                    </a:ext>
                  </a:extLst>
                </a:hlinkClick>
              </a:rPr>
              <a:t>https://communityfoundation.org.au/philanthropic-services/acf-advisory/</a:t>
            </a:r>
            <a:r>
              <a:rPr lang="en-US" sz="1100" u="sng">
                <a:solidFill>
                  <a:srgbClr val="A6192E"/>
                </a:solidFill>
                <a:latin typeface="ArialMT"/>
                <a:cs typeface="Arial"/>
                <a:hlinkClick r:id="rId4"/>
              </a:rPr>
              <a:t>.</a:t>
            </a:r>
          </a:p>
          <a:p>
            <a:endParaRPr lang="en-US" sz="1100" u="sng">
              <a:solidFill>
                <a:srgbClr val="A6192E"/>
              </a:solidFill>
              <a:latin typeface="ArialMT"/>
              <a:cs typeface="Arial"/>
            </a:endParaRPr>
          </a:p>
          <a:p>
            <a:r>
              <a:rPr lang="en-US" sz="1100" u="sng">
                <a:solidFill>
                  <a:srgbClr val="A6192E"/>
                </a:solidFill>
                <a:latin typeface="ArialMT"/>
                <a:cs typeface="Arial"/>
                <a:hlinkClick r:id="rId5">
                  <a:extLst>
                    <a:ext uri="{A12FA001-AC4F-418D-AE19-62706E023703}">
                      <ahyp:hlinkClr xmlns:ahyp="http://schemas.microsoft.com/office/drawing/2018/hyperlinkcolor" val="tx"/>
                    </a:ext>
                  </a:extLst>
                </a:hlinkClick>
              </a:rPr>
              <a:t>https://www.acnc.gov.au/charity/charities</a:t>
            </a:r>
            <a:r>
              <a:rPr lang="en-US" sz="1100" u="sng">
                <a:solidFill>
                  <a:srgbClr val="A6192E"/>
                </a:solidFill>
                <a:latin typeface="ArialMT"/>
                <a:cs typeface="Arial"/>
                <a:hlinkClick r:id="rId5"/>
              </a:rPr>
              <a:t>.</a:t>
            </a:r>
          </a:p>
          <a:p>
            <a:endParaRPr lang="en-US" sz="1100" u="sng">
              <a:solidFill>
                <a:srgbClr val="A6192E"/>
              </a:solidFill>
              <a:latin typeface="ArialMT"/>
              <a:cs typeface="Arial"/>
            </a:endParaRPr>
          </a:p>
          <a:p>
            <a:r>
              <a:rPr lang="en-US" sz="1100" u="sng">
                <a:solidFill>
                  <a:srgbClr val="A6192E"/>
                </a:solidFill>
                <a:latin typeface="ArialMT"/>
                <a:cs typeface="Arial"/>
                <a:hlinkClick r:id="rId6">
                  <a:extLst>
                    <a:ext uri="{A12FA001-AC4F-418D-AE19-62706E023703}">
                      <ahyp:hlinkClr xmlns:ahyp="http://schemas.microsoft.com/office/drawing/2018/hyperlinkcolor" val="tx"/>
                    </a:ext>
                  </a:extLst>
                </a:hlinkClick>
              </a:rPr>
              <a:t>https://www.cityofsydney.nsw.gov.au/policy-planning-changes/have-your-say-updated-communit</a:t>
            </a:r>
            <a:r>
              <a:rPr lang="en-US" sz="1100" u="sng">
                <a:solidFill>
                  <a:srgbClr val="A6192E"/>
                </a:solidFill>
                <a:latin typeface="ArialMT"/>
                <a:cs typeface="Arial"/>
                <a:hlinkClick r:id="rId6"/>
              </a:rPr>
              <a:t>y-strategic-plan</a:t>
            </a:r>
            <a:endParaRPr lang="en-US" sz="1100" u="sng">
              <a:solidFill>
                <a:srgbClr val="A6192E"/>
              </a:solidFill>
              <a:latin typeface="ArialMT"/>
              <a:cs typeface="Arial"/>
            </a:endParaRPr>
          </a:p>
          <a:p>
            <a:endParaRPr lang="en-US" sz="1100" u="sng">
              <a:solidFill>
                <a:srgbClr val="A6192E"/>
              </a:solidFill>
              <a:latin typeface="ArialMT"/>
              <a:ea typeface="+mn-lt"/>
              <a:cs typeface="+mn-lt"/>
            </a:endParaRPr>
          </a:p>
          <a:p>
            <a:r>
              <a:rPr lang="en-US" sz="1100" u="sng">
                <a:solidFill>
                  <a:srgbClr val="A6192E"/>
                </a:solidFill>
                <a:ea typeface="+mn-lt"/>
                <a:cs typeface="+mn-lt"/>
                <a:hlinkClick r:id="rId7">
                  <a:extLst>
                    <a:ext uri="{A12FA001-AC4F-418D-AE19-62706E023703}">
                      <ahyp:hlinkClr xmlns:ahyp="http://schemas.microsoft.com/office/drawing/2018/hyperlinkcolor" val="tx"/>
                    </a:ext>
                  </a:extLst>
                </a:hlinkClick>
              </a:rPr>
              <a:t>https://www.ibm.com/think/topics/data-quality#:~:text=Data%20quality%20measures%20how%20well,governance%20initiatives%20within%20an%20organization</a:t>
            </a:r>
            <a:endParaRPr lang="en-US" u="sng">
              <a:solidFill>
                <a:srgbClr val="A6192E"/>
              </a:solidFill>
              <a:ea typeface="+mn-lt"/>
              <a:cs typeface="+mn-lt"/>
              <a:hlinkClick r:id="" action="ppaction://noaction">
                <a:extLst>
                  <a:ext uri="{A12FA001-AC4F-418D-AE19-62706E023703}">
                    <ahyp:hlinkClr xmlns:ahyp="http://schemas.microsoft.com/office/drawing/2018/hyperlinkcolor" val="tx"/>
                  </a:ext>
                </a:extLst>
              </a:hlinkClick>
            </a:endParaRPr>
          </a:p>
          <a:p>
            <a:endParaRPr lang="en-US" sz="1100" u="sng">
              <a:solidFill>
                <a:srgbClr val="A6192E"/>
              </a:solidFill>
              <a:latin typeface="Arial"/>
              <a:cs typeface="Arial"/>
            </a:endParaRPr>
          </a:p>
          <a:p>
            <a:r>
              <a:rPr lang="en-US" sz="1100" u="sng">
                <a:solidFill>
                  <a:srgbClr val="A6192E"/>
                </a:solidFill>
                <a:latin typeface="ArialMT"/>
                <a:cs typeface="Arial"/>
                <a:hlinkClick r:id="rId8">
                  <a:extLst>
                    <a:ext uri="{A12FA001-AC4F-418D-AE19-62706E023703}">
                      <ahyp:hlinkClr xmlns:ahyp="http://schemas.microsoft.com/office/drawing/2018/hyperlinkcolor" val="tx"/>
                    </a:ext>
                  </a:extLst>
                </a:hlinkClick>
              </a:rPr>
              <a:t>https://impact100global.org/</a:t>
            </a:r>
            <a:endParaRPr lang="en-US" sz="1100" u="sng">
              <a:solidFill>
                <a:srgbClr val="A6192E"/>
              </a:solidFill>
              <a:latin typeface="ArialMT"/>
              <a:cs typeface="Arial"/>
            </a:endParaRPr>
          </a:p>
          <a:p>
            <a:endParaRPr lang="en-US" sz="1100" u="sng">
              <a:solidFill>
                <a:srgbClr val="A6192E"/>
              </a:solidFill>
              <a:latin typeface="ArialMT"/>
              <a:cs typeface="Arial"/>
            </a:endParaRPr>
          </a:p>
          <a:p>
            <a:r>
              <a:rPr lang="en-US" sz="1100" u="sng">
                <a:solidFill>
                  <a:srgbClr val="A6192E"/>
                </a:solidFill>
                <a:latin typeface="ArialMT"/>
                <a:cs typeface="Arial"/>
                <a:hlinkClick r:id="rId9">
                  <a:extLst>
                    <a:ext uri="{A12FA001-AC4F-418D-AE19-62706E023703}">
                      <ahyp:hlinkClr xmlns:ahyp="http://schemas.microsoft.com/office/drawing/2018/hyperlinkcolor" val="tx"/>
                    </a:ext>
                  </a:extLst>
                </a:hlinkClick>
              </a:rPr>
              <a:t>https://fpt.org.au/wp-content/uploads/2021/02/Impact100-Media-Family-Planning-Tasmania-Win</a:t>
            </a:r>
            <a:r>
              <a:rPr lang="en-US" sz="1100" u="sng">
                <a:solidFill>
                  <a:srgbClr val="A6192E"/>
                </a:solidFill>
                <a:latin typeface="ArialMT"/>
                <a:cs typeface="Arial"/>
                <a:hlinkClick r:id="rId9"/>
              </a:rPr>
              <a:t>s-Inaugural-Grant-1117.pdf</a:t>
            </a:r>
            <a:endParaRPr lang="en-US" u="sng">
              <a:solidFill>
                <a:srgbClr val="A6192E"/>
              </a:solidFill>
              <a:cs typeface="Arial"/>
            </a:endParaRPr>
          </a:p>
          <a:p>
            <a:endParaRPr lang="en-US" sz="1100" u="sng">
              <a:solidFill>
                <a:srgbClr val="A6192E"/>
              </a:solidFill>
              <a:latin typeface="ArialMT"/>
              <a:cs typeface="Arial"/>
            </a:endParaRPr>
          </a:p>
          <a:p>
            <a:r>
              <a:rPr lang="en-US" sz="1100" u="sng">
                <a:solidFill>
                  <a:srgbClr val="A6192E"/>
                </a:solidFill>
                <a:latin typeface="ArialMT"/>
                <a:cs typeface="Arial"/>
                <a:hlinkClick r:id="rId10">
                  <a:extLst>
                    <a:ext uri="{A12FA001-AC4F-418D-AE19-62706E023703}">
                      <ahyp:hlinkClr xmlns:ahyp="http://schemas.microsoft.com/office/drawing/2018/hyperlinkcolor" val="tx"/>
                    </a:ext>
                  </a:extLst>
                </a:hlinkClick>
              </a:rPr>
              <a:t>https://www.mq.edu.au/study/admissions-and-entry/pathways/requirements/student-profiles</a:t>
            </a:r>
            <a:r>
              <a:rPr lang="en-US" sz="1100" u="sng">
                <a:solidFill>
                  <a:srgbClr val="A6192E"/>
                </a:solidFill>
                <a:latin typeface="ArialMT"/>
                <a:cs typeface="Arial"/>
                <a:hlinkClick r:id="rId10"/>
              </a:rPr>
              <a:t>.</a:t>
            </a:r>
          </a:p>
          <a:p>
            <a:endParaRPr lang="en-US" sz="1100" u="sng">
              <a:solidFill>
                <a:srgbClr val="A6192E"/>
              </a:solidFill>
              <a:latin typeface="ArialMT"/>
              <a:cs typeface="Arial"/>
            </a:endParaRPr>
          </a:p>
          <a:p>
            <a:r>
              <a:rPr lang="en-US" sz="1100" u="sng">
                <a:solidFill>
                  <a:srgbClr val="A6192E"/>
                </a:solidFill>
                <a:latin typeface="ArialMT"/>
                <a:cs typeface="Arial"/>
                <a:hlinkClick r:id="rId11">
                  <a:extLst>
                    <a:ext uri="{A12FA001-AC4F-418D-AE19-62706E023703}">
                      <ahyp:hlinkClr xmlns:ahyp="http://schemas.microsoft.com/office/drawing/2018/hyperlinkcolor" val="tx"/>
                    </a:ext>
                  </a:extLst>
                </a:hlinkClick>
              </a:rPr>
              <a:t>https://dashboards.sdgindex.org/downloads</a:t>
            </a:r>
            <a:endParaRPr lang="en-US" sz="1100" u="sng">
              <a:solidFill>
                <a:srgbClr val="A6192E"/>
              </a:solidFill>
              <a:latin typeface="ArialMT"/>
              <a:cs typeface="Arial"/>
            </a:endParaRPr>
          </a:p>
          <a:p>
            <a:endParaRPr lang="en-US" sz="1100" u="sng">
              <a:solidFill>
                <a:srgbClr val="A6192E"/>
              </a:solidFill>
              <a:latin typeface="ArialMT"/>
              <a:cs typeface="Arial"/>
            </a:endParaRPr>
          </a:p>
          <a:p>
            <a:r>
              <a:rPr lang="en-US" sz="1100" u="sng">
                <a:solidFill>
                  <a:srgbClr val="A6192E"/>
                </a:solidFill>
                <a:latin typeface="ArialMT"/>
                <a:cs typeface="Arial"/>
                <a:hlinkClick r:id="rId12">
                  <a:extLst>
                    <a:ext uri="{A12FA001-AC4F-418D-AE19-62706E023703}">
                      <ahyp:hlinkClr xmlns:ahyp="http://schemas.microsoft.com/office/drawing/2018/hyperlinkcolor" val="tx"/>
                    </a:ext>
                  </a:extLst>
                </a:hlinkClick>
              </a:rPr>
              <a:t>https://www.mromagazine.com/features/digitalization-operations-technology-and-the-importance</a:t>
            </a:r>
            <a:r>
              <a:rPr lang="en-US" sz="1100" u="sng">
                <a:solidFill>
                  <a:srgbClr val="A6192E"/>
                </a:solidFill>
                <a:latin typeface="ArialMT"/>
                <a:cs typeface="Arial"/>
                <a:hlinkClick r:id="rId12"/>
              </a:rPr>
              <a:t>-of-data-quality/</a:t>
            </a:r>
            <a:r>
              <a:rPr lang="en-US" sz="1100" u="sng">
                <a:solidFill>
                  <a:srgbClr val="A6192E"/>
                </a:solidFill>
                <a:latin typeface="ArialMT"/>
                <a:cs typeface="Arial"/>
              </a:rPr>
              <a:t> </a:t>
            </a:r>
            <a:endParaRPr lang="en-US" u="sng">
              <a:solidFill>
                <a:srgbClr val="A6192E"/>
              </a:solidFill>
              <a:cs typeface="Arial"/>
            </a:endParaRPr>
          </a:p>
          <a:p>
            <a:endParaRPr lang="en-US" sz="1100" u="sng">
              <a:solidFill>
                <a:srgbClr val="1155CC"/>
              </a:solidFill>
              <a:latin typeface="ArialMT"/>
              <a:cs typeface="Arial"/>
            </a:endParaRPr>
          </a:p>
          <a:p>
            <a:endParaRPr lang="en-US" sz="1100" u="sng">
              <a:solidFill>
                <a:srgbClr val="1155CC"/>
              </a:solidFill>
              <a:latin typeface="ArialMT"/>
              <a:cs typeface="Arial"/>
            </a:endParaRPr>
          </a:p>
          <a:p>
            <a:endParaRPr lang="en-US" sz="1100" u="sng">
              <a:solidFill>
                <a:srgbClr val="1155CC"/>
              </a:solidFill>
              <a:latin typeface="ArialMT"/>
              <a:cs typeface="Arial"/>
            </a:endParaRPr>
          </a:p>
          <a:p>
            <a:endParaRPr lang="en-US" sz="1100" u="sng">
              <a:solidFill>
                <a:srgbClr val="1155CC"/>
              </a:solidFill>
              <a:latin typeface="ArialMT"/>
              <a:cs typeface="Arial"/>
            </a:endParaRPr>
          </a:p>
          <a:p>
            <a:endParaRPr lang="en-US" sz="1100" u="sng">
              <a:solidFill>
                <a:srgbClr val="1155CC"/>
              </a:solidFill>
              <a:latin typeface="ArialMT"/>
              <a:cs typeface="Arial"/>
            </a:endParaRPr>
          </a:p>
          <a:p>
            <a:endParaRPr lang="en-US" sz="1100" u="sng">
              <a:solidFill>
                <a:srgbClr val="1155CC"/>
              </a:solidFill>
              <a:latin typeface="ArialMT"/>
              <a:cs typeface="Arial"/>
            </a:endParaRPr>
          </a:p>
          <a:p>
            <a:endParaRPr lang="en-US" sz="1100" u="sng">
              <a:solidFill>
                <a:srgbClr val="1155CC"/>
              </a:solidFill>
              <a:latin typeface="ArialMT"/>
              <a:cs typeface="Arial"/>
            </a:endParaRPr>
          </a:p>
          <a:p>
            <a:endParaRPr lang="en-US" sz="1100" u="sng">
              <a:solidFill>
                <a:srgbClr val="1155CC"/>
              </a:solidFill>
              <a:latin typeface="ArialMT"/>
              <a:cs typeface="Arial"/>
            </a:endParaRPr>
          </a:p>
          <a:p>
            <a:endParaRPr lang="en-US" sz="1100" u="sng">
              <a:solidFill>
                <a:srgbClr val="1155CC"/>
              </a:solidFill>
              <a:latin typeface="ArialMT"/>
              <a:cs typeface="Arial"/>
            </a:endParaRPr>
          </a:p>
          <a:p>
            <a:endParaRPr lang="en-US" sz="1100" u="sng">
              <a:solidFill>
                <a:srgbClr val="1155CC"/>
              </a:solidFill>
              <a:latin typeface="ArialMT"/>
              <a:cs typeface="Arial"/>
            </a:endParaRPr>
          </a:p>
          <a:p>
            <a:endParaRPr lang="en-US" sz="1100" u="sng">
              <a:solidFill>
                <a:srgbClr val="1155CC"/>
              </a:solidFill>
              <a:latin typeface="ArialMT"/>
              <a:cs typeface="Arial"/>
            </a:endParaRPr>
          </a:p>
          <a:p>
            <a:endParaRPr lang="en-US" u="sng">
              <a:cs typeface="Arial"/>
            </a:endParaRPr>
          </a:p>
        </p:txBody>
      </p:sp>
      <p:sp>
        <p:nvSpPr>
          <p:cNvPr id="5" name="Slide Number Placeholder 4">
            <a:extLst>
              <a:ext uri="{FF2B5EF4-FFF2-40B4-BE49-F238E27FC236}">
                <a16:creationId xmlns:a16="http://schemas.microsoft.com/office/drawing/2014/main" id="{04EBA4D2-43FD-CEA8-1775-CF4D57E91CB3}"/>
              </a:ext>
            </a:extLst>
          </p:cNvPr>
          <p:cNvSpPr>
            <a:spLocks noGrp="1"/>
          </p:cNvSpPr>
          <p:nvPr>
            <p:ph type="sldNum" sz="quarter" idx="12"/>
          </p:nvPr>
        </p:nvSpPr>
        <p:spPr/>
        <p:txBody>
          <a:bodyPr/>
          <a:lstStyle/>
          <a:p>
            <a:fld id="{D9C42BCC-44E8-4F98-A8FE-EAF16D8C1E6E}" type="slidenum">
              <a:rPr lang="en-AU" smtClean="0"/>
              <a:pPr/>
              <a:t>24</a:t>
            </a:fld>
            <a:endParaRPr lang="en-AU"/>
          </a:p>
        </p:txBody>
      </p:sp>
      <p:sp>
        <p:nvSpPr>
          <p:cNvPr id="6" name="Text Placeholder 5">
            <a:extLst>
              <a:ext uri="{FF2B5EF4-FFF2-40B4-BE49-F238E27FC236}">
                <a16:creationId xmlns:a16="http://schemas.microsoft.com/office/drawing/2014/main" id="{4C660FB0-DAFE-B35F-1C3C-697E8E5535B5}"/>
              </a:ext>
            </a:extLst>
          </p:cNvPr>
          <p:cNvSpPr>
            <a:spLocks noGrp="1"/>
          </p:cNvSpPr>
          <p:nvPr>
            <p:ph type="body" sz="quarter" idx="15"/>
          </p:nvPr>
        </p:nvSpPr>
        <p:spPr/>
        <p:txBody>
          <a:bodyPr vert="horz" lIns="0" tIns="0" rIns="0" bIns="0" rtlCol="0" anchor="t">
            <a:normAutofit/>
          </a:bodyPr>
          <a:lstStyle/>
          <a:p>
            <a:r>
              <a:rPr lang="en-US">
                <a:cs typeface="Arial"/>
              </a:rPr>
              <a:t>FOR ALL 3 PERSONAS</a:t>
            </a:r>
            <a:endParaRPr lang="en-US"/>
          </a:p>
        </p:txBody>
      </p:sp>
      <p:sp>
        <p:nvSpPr>
          <p:cNvPr id="8" name="Footer Placeholder 3">
            <a:extLst>
              <a:ext uri="{FF2B5EF4-FFF2-40B4-BE49-F238E27FC236}">
                <a16:creationId xmlns:a16="http://schemas.microsoft.com/office/drawing/2014/main" id="{DC5DEEA3-B5F0-CD58-50C6-B5147D4BAF08}"/>
              </a:ext>
            </a:extLst>
          </p:cNvPr>
          <p:cNvSpPr>
            <a:spLocks noGrp="1"/>
          </p:cNvSpPr>
          <p:nvPr>
            <p:ph type="ftr" sz="quarter" idx="11"/>
          </p:nvPr>
        </p:nvSpPr>
        <p:spPr>
          <a:xfrm>
            <a:off x="520950" y="6381330"/>
            <a:ext cx="3978498" cy="365125"/>
          </a:xfrm>
        </p:spPr>
        <p:txBody>
          <a:bodyPr/>
          <a:lstStyle/>
          <a:p>
            <a:r>
              <a:rPr lang="en-AU" sz="1100"/>
              <a:t>Zin </a:t>
            </a:r>
            <a:r>
              <a:rPr lang="en-AU" sz="1100" err="1"/>
              <a:t>Zin</a:t>
            </a:r>
            <a:r>
              <a:rPr lang="en-AU" sz="1100"/>
              <a:t> Aye Chan</a:t>
            </a:r>
            <a:r>
              <a:rPr lang="en-AU"/>
              <a:t> |</a:t>
            </a:r>
            <a:r>
              <a:rPr lang="en-AU">
                <a:ea typeface="+mn-lt"/>
                <a:cs typeface="+mn-lt"/>
              </a:rPr>
              <a:t> 46866531 </a:t>
            </a:r>
            <a:endParaRPr lang="en-US">
              <a:cs typeface="Arial"/>
            </a:endParaRPr>
          </a:p>
        </p:txBody>
      </p:sp>
    </p:spTree>
    <p:extLst>
      <p:ext uri="{BB962C8B-B14F-4D97-AF65-F5344CB8AC3E}">
        <p14:creationId xmlns:p14="http://schemas.microsoft.com/office/powerpoint/2010/main" val="1270189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6352A-041B-3EFD-FE8C-4A2321B17F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FC0E1A-50E0-048E-CE72-3286C30D568E}"/>
              </a:ext>
            </a:extLst>
          </p:cNvPr>
          <p:cNvSpPr>
            <a:spLocks noGrp="1"/>
          </p:cNvSpPr>
          <p:nvPr>
            <p:ph type="title"/>
          </p:nvPr>
        </p:nvSpPr>
        <p:spPr>
          <a:xfrm>
            <a:off x="1296559" y="2516106"/>
            <a:ext cx="6407150" cy="1826421"/>
          </a:xfrm>
        </p:spPr>
        <p:txBody>
          <a:bodyPr/>
          <a:lstStyle/>
          <a:p>
            <a:pPr algn="ctr"/>
            <a:r>
              <a:rPr lang="en-US" sz="4800">
                <a:cs typeface="Arial"/>
              </a:rPr>
              <a:t>Thank you!</a:t>
            </a:r>
            <a:br>
              <a:rPr lang="en-US" sz="4800">
                <a:cs typeface="+mj-lt"/>
              </a:rPr>
            </a:br>
            <a:br>
              <a:rPr lang="en-US">
                <a:cs typeface="+mj-lt"/>
              </a:rPr>
            </a:br>
            <a:r>
              <a:rPr lang="en-US" sz="1300" b="0">
                <a:ea typeface="+mj-lt"/>
                <a:cs typeface="+mj-lt"/>
              </a:rPr>
              <a:t>Thank you for taking the time to attend and listen to our presentation.</a:t>
            </a:r>
            <a:br>
              <a:rPr lang="en-US" sz="1300" b="0">
                <a:ea typeface="+mj-lt"/>
                <a:cs typeface="+mj-lt"/>
              </a:rPr>
            </a:br>
            <a:r>
              <a:rPr lang="en-US" sz="1300" b="0">
                <a:ea typeface="+mj-lt"/>
                <a:cs typeface="+mj-lt"/>
              </a:rPr>
              <a:t> We truly appreciate this opportunity and feel </a:t>
            </a:r>
            <a:r>
              <a:rPr lang="en-US" sz="1300" b="0" err="1">
                <a:ea typeface="+mj-lt"/>
                <a:cs typeface="+mj-lt"/>
              </a:rPr>
              <a:t>honoured</a:t>
            </a:r>
            <a:r>
              <a:rPr lang="en-US" sz="1300" b="0">
                <a:ea typeface="+mj-lt"/>
                <a:cs typeface="+mj-lt"/>
              </a:rPr>
              <a:t> to present our work to you.</a:t>
            </a:r>
            <a:br>
              <a:rPr lang="en-US" sz="1300" b="0">
                <a:ea typeface="+mj-lt"/>
                <a:cs typeface="+mj-lt"/>
              </a:rPr>
            </a:br>
            <a:r>
              <a:rPr lang="en-US" sz="1300" b="0">
                <a:ea typeface="+mj-lt"/>
                <a:cs typeface="+mj-lt"/>
              </a:rPr>
              <a:t> We hope it offered new insights and perspectives to support your mission.</a:t>
            </a:r>
            <a:endParaRPr lang="en-US" sz="1300">
              <a:cs typeface="Arial"/>
            </a:endParaRPr>
          </a:p>
        </p:txBody>
      </p:sp>
      <p:sp>
        <p:nvSpPr>
          <p:cNvPr id="4" name="Footer Placeholder 3">
            <a:extLst>
              <a:ext uri="{FF2B5EF4-FFF2-40B4-BE49-F238E27FC236}">
                <a16:creationId xmlns:a16="http://schemas.microsoft.com/office/drawing/2014/main" id="{5B58459C-60CA-2C76-9388-FFC7EF2B5024}"/>
              </a:ext>
            </a:extLst>
          </p:cNvPr>
          <p:cNvSpPr>
            <a:spLocks noGrp="1"/>
          </p:cNvSpPr>
          <p:nvPr>
            <p:ph type="ftr" sz="quarter" idx="11"/>
          </p:nvPr>
        </p:nvSpPr>
        <p:spPr/>
        <p:txBody>
          <a:bodyPr/>
          <a:lstStyle/>
          <a:p>
            <a:r>
              <a:rPr lang="en-AU"/>
              <a:t>BUSA3021 S2 2024 – Week 13 Expo</a:t>
            </a:r>
          </a:p>
        </p:txBody>
      </p:sp>
      <p:sp>
        <p:nvSpPr>
          <p:cNvPr id="5" name="Slide Number Placeholder 4">
            <a:extLst>
              <a:ext uri="{FF2B5EF4-FFF2-40B4-BE49-F238E27FC236}">
                <a16:creationId xmlns:a16="http://schemas.microsoft.com/office/drawing/2014/main" id="{8B98D451-6687-8576-2D7E-7709CB71F96E}"/>
              </a:ext>
            </a:extLst>
          </p:cNvPr>
          <p:cNvSpPr>
            <a:spLocks noGrp="1"/>
          </p:cNvSpPr>
          <p:nvPr>
            <p:ph type="sldNum" sz="quarter" idx="12"/>
          </p:nvPr>
        </p:nvSpPr>
        <p:spPr/>
        <p:txBody>
          <a:bodyPr/>
          <a:lstStyle/>
          <a:p>
            <a:fld id="{D9C42BCC-44E8-4F98-A8FE-EAF16D8C1E6E}" type="slidenum">
              <a:rPr lang="en-AU" smtClean="0"/>
              <a:pPr/>
              <a:t>25</a:t>
            </a:fld>
            <a:endParaRPr lang="en-AU"/>
          </a:p>
        </p:txBody>
      </p:sp>
    </p:spTree>
    <p:extLst>
      <p:ext uri="{BB962C8B-B14F-4D97-AF65-F5344CB8AC3E}">
        <p14:creationId xmlns:p14="http://schemas.microsoft.com/office/powerpoint/2010/main" val="3542623544"/>
      </p:ext>
    </p:extLst>
  </p:cSld>
  <p:clrMapOvr>
    <a:masterClrMapping/>
  </p:clrMapOvr>
</p:sld>
</file>

<file path=ppt/theme/theme1.xml><?xml version="1.0" encoding="utf-8"?>
<a:theme xmlns:a="http://schemas.openxmlformats.org/drawingml/2006/main" name="MAC UNI BASIC_Round 1 Draft for feedback">
  <a:themeElements>
    <a:clrScheme name="MQU Colours">
      <a:dk1>
        <a:sysClr val="windowText" lastClr="000000"/>
      </a:dk1>
      <a:lt1>
        <a:sysClr val="window" lastClr="FFFFFF"/>
      </a:lt1>
      <a:dk2>
        <a:srgbClr val="D6D2C4"/>
      </a:dk2>
      <a:lt2>
        <a:srgbClr val="E6E4DC"/>
      </a:lt2>
      <a:accent1>
        <a:srgbClr val="A6192E"/>
      </a:accent1>
      <a:accent2>
        <a:srgbClr val="76232F"/>
      </a:accent2>
      <a:accent3>
        <a:srgbClr val="D6001C"/>
      </a:accent3>
      <a:accent4>
        <a:srgbClr val="C6007E"/>
      </a:accent4>
      <a:accent5>
        <a:srgbClr val="80225F"/>
      </a:accent5>
      <a:accent6>
        <a:srgbClr val="373A36"/>
      </a:accent6>
      <a:hlink>
        <a:srgbClr val="A6192E"/>
      </a:hlink>
      <a:folHlink>
        <a:srgbClr val="954F72"/>
      </a:folHlink>
    </a:clrScheme>
    <a:fontScheme name="MQ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BS Standard Template" id="{7C25D12C-0431-4FA0-ACAA-A667B3888E6A}" vid="{3DE0090B-AEF3-48A5-9484-2024EB1D44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6e709117-2f29-4d5a-9b08-1e2f4c7d5f8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4B27DF0EC3861498B35D03E903C5A65" ma:contentTypeVersion="12" ma:contentTypeDescription="Create a new document." ma:contentTypeScope="" ma:versionID="549a53397dacad252e5eb0b7c51567f2">
  <xsd:schema xmlns:xsd="http://www.w3.org/2001/XMLSchema" xmlns:xs="http://www.w3.org/2001/XMLSchema" xmlns:p="http://schemas.microsoft.com/office/2006/metadata/properties" xmlns:ns3="6e709117-2f29-4d5a-9b08-1e2f4c7d5f86" xmlns:ns4="c398b775-a7a0-49c6-9585-1e801b67cf7b" targetNamespace="http://schemas.microsoft.com/office/2006/metadata/properties" ma:root="true" ma:fieldsID="e03ecdb7d3758cf9753fc12469121c11" ns3:_="" ns4:_="">
    <xsd:import namespace="6e709117-2f29-4d5a-9b08-1e2f4c7d5f86"/>
    <xsd:import namespace="c398b775-a7a0-49c6-9585-1e801b67cf7b"/>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_activity"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709117-2f29-4d5a-9b08-1e2f4c7d5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_activity" ma:index="11" nillable="true" ma:displayName="_activity" ma:hidden="true" ma:internalName="_activity">
      <xsd:simpleType>
        <xsd:restriction base="dms:Note"/>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398b775-a7a0-49c6-9585-1e801b67cf7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3F55667-30B6-4A66-8DD0-63DC9D4D8061}">
  <ds:schemaRefs>
    <ds:schemaRef ds:uri="6e709117-2f29-4d5a-9b08-1e2f4c7d5f86"/>
    <ds:schemaRef ds:uri="http://schemas.microsoft.com/office/2006/metadata/properties"/>
    <ds:schemaRef ds:uri="http://schemas.microsoft.com/office/infopath/2007/PartnerControls"/>
    <ds:schemaRef ds:uri="http://www.w3.org/2000/xmlns/"/>
    <ds:schemaRef ds:uri="http://www.w3.org/2001/XMLSchema-instance"/>
  </ds:schemaRefs>
</ds:datastoreItem>
</file>

<file path=customXml/itemProps2.xml><?xml version="1.0" encoding="utf-8"?>
<ds:datastoreItem xmlns:ds="http://schemas.openxmlformats.org/officeDocument/2006/customXml" ds:itemID="{0331E3A8-11B0-472B-821B-DCDE119C6AAB}">
  <ds:schemaRefs>
    <ds:schemaRef ds:uri="http://schemas.microsoft.com/sharepoint/v3/contenttype/forms"/>
  </ds:schemaRefs>
</ds:datastoreItem>
</file>

<file path=customXml/itemProps3.xml><?xml version="1.0" encoding="utf-8"?>
<ds:datastoreItem xmlns:ds="http://schemas.openxmlformats.org/officeDocument/2006/customXml" ds:itemID="{21D5402D-CE79-4F58-B625-FE5372C81B10}">
  <ds:schemaRefs>
    <ds:schemaRef ds:uri="6e709117-2f29-4d5a-9b08-1e2f4c7d5f86"/>
    <ds:schemaRef ds:uri="c398b775-a7a0-49c6-9585-1e801b67cf7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Metadata/LabelInfo.xml><?xml version="1.0" encoding="utf-8"?>
<clbl:labelList xmlns:clbl="http://schemas.microsoft.com/office/2020/mipLabelMetadata">
  <clbl:label id="{82c514c1-a717-4087-be06-d40d2070ad52}" enabled="0" method="" siteId="{82c514c1-a717-4087-be06-d40d2070ad52}" removed="1"/>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25</Slides>
  <Notes>0</Notes>
  <HiddenSlides>0</HiddenSlide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MAC UNI BASIC_Round 1 Draft for feedback</vt:lpstr>
      <vt:lpstr>BUSA3021 PACE Business Analytics Project </vt:lpstr>
      <vt:lpstr>Persona Description</vt:lpstr>
      <vt:lpstr>Persona 1: Farida</vt:lpstr>
      <vt:lpstr>Persona 1: Farida</vt:lpstr>
      <vt:lpstr>Persona 1: Farida</vt:lpstr>
      <vt:lpstr>Persona 1: Farida</vt:lpstr>
      <vt:lpstr>Persona 1: Farida</vt:lpstr>
      <vt:lpstr>Persona 1: Farida</vt:lpstr>
      <vt:lpstr>Persona Description</vt:lpstr>
      <vt:lpstr>Persona 2: Lee</vt:lpstr>
      <vt:lpstr>Persona 2: Lee</vt:lpstr>
      <vt:lpstr>Persona 2: Lee</vt:lpstr>
      <vt:lpstr>Persona 2: Lee</vt:lpstr>
      <vt:lpstr>Persona 2: Lee</vt:lpstr>
      <vt:lpstr>Persona 2: Lee</vt:lpstr>
      <vt:lpstr>Persona Description</vt:lpstr>
      <vt:lpstr>Persona 3: Anisha</vt:lpstr>
      <vt:lpstr>Persona 3: Anisha</vt:lpstr>
      <vt:lpstr>Persona 3: Anisha</vt:lpstr>
      <vt:lpstr>Persona 3: Anisha</vt:lpstr>
      <vt:lpstr>Persona 3: Anisha</vt:lpstr>
      <vt:lpstr>Persona 3: Anisha</vt:lpstr>
      <vt:lpstr>Responsible Data Use &amp; Design  </vt:lpstr>
      <vt:lpstr>Data sources used in this project</vt:lpstr>
      <vt:lpstr>Thank you!  Thank you for taking the time to attend and listen to our presentation.  We truly appreciate this opportunity and feel honoured to present our work to you.  We hope it offered new insights and perspectives to support your mission.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Jenny Page</dc:creator>
  <cp:revision>59</cp:revision>
  <cp:lastPrinted>2023-02-06T23:03:33Z</cp:lastPrinted>
  <dcterms:created xsi:type="dcterms:W3CDTF">2019-04-29T05:16:11Z</dcterms:created>
  <dcterms:modified xsi:type="dcterms:W3CDTF">2025-06-03T13:19:22Z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0x010100F4B27DF0EC3861498B35D03E903C5A65</vt:lpwstr>
  </property>
</Properties>
</file>